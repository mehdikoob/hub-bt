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49" r:id="rId5"/>
    <p:sldId id="399" r:id="rId6"/>
    <p:sldId id="400" r:id="rId7"/>
    <p:sldId id="401" r:id="rId8"/>
    <p:sldId id="285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E15273-1218-D933-EF7C-805023E914C1}" name="Alizée ROUSSET" initials="AR" userId="S::arousset@QWERTYS.fr::b99fc12d-ed6f-43be-b30c-d3ca15348cc9" providerId="AD"/>
  <p188:author id="{683C29DD-E1F0-74DA-9484-5D4921800BF0}" name="Josué Hunter TURENNE" initials="JT" userId="S::jhturenne@QWERTYS.fr::6ec2c60d-0a8d-4851-a102-acd1a26d9a5d" providerId="AD"/>
  <p188:author id="{7CF0F1E9-756C-F21C-5C8C-CF6724C0625F}" name="Ashley DJEDJE" initials="AD" userId="S::adjedje@QWERTYS.fr::1f61ad61-9a6a-4a78-b786-9e744a9a88e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8D51"/>
    <a:srgbClr val="EC0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2B4DDC-93E9-4490-936D-957C701E7373}" v="9" dt="2025-10-27T12:53:36.158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 REMAUD" userId="f18a970a-316c-4b0f-9243-1686549d33ee" providerId="ADAL" clId="{402524AA-27B5-450D-9684-0C2E8D947F94}"/>
    <pc:docChg chg="undo custSel modSld">
      <pc:chgData name="Lea REMAUD" userId="f18a970a-316c-4b0f-9243-1686549d33ee" providerId="ADAL" clId="{402524AA-27B5-450D-9684-0C2E8D947F94}" dt="2024-09-23T07:28:44.607" v="1099" actId="20577"/>
      <pc:docMkLst>
        <pc:docMk/>
      </pc:docMkLst>
      <pc:sldChg chg="addSp delSp mod">
        <pc:chgData name="Lea REMAUD" userId="f18a970a-316c-4b0f-9243-1686549d33ee" providerId="ADAL" clId="{402524AA-27B5-450D-9684-0C2E8D947F94}" dt="2024-09-19T12:22:15.642" v="506" actId="478"/>
        <pc:sldMkLst>
          <pc:docMk/>
          <pc:sldMk cId="468071145" sldId="352"/>
        </pc:sldMkLst>
      </pc:sldChg>
      <pc:sldChg chg="delSp modSp mod">
        <pc:chgData name="Lea REMAUD" userId="f18a970a-316c-4b0f-9243-1686549d33ee" providerId="ADAL" clId="{402524AA-27B5-450D-9684-0C2E8D947F94}" dt="2024-09-23T07:28:44.607" v="1099" actId="20577"/>
        <pc:sldMkLst>
          <pc:docMk/>
          <pc:sldMk cId="1664424328" sldId="367"/>
        </pc:sldMkLst>
      </pc:sldChg>
      <pc:sldChg chg="addSp delSp modSp mod">
        <pc:chgData name="Lea REMAUD" userId="f18a970a-316c-4b0f-9243-1686549d33ee" providerId="ADAL" clId="{402524AA-27B5-450D-9684-0C2E8D947F94}" dt="2024-09-19T12:39:49.219" v="642" actId="1076"/>
        <pc:sldMkLst>
          <pc:docMk/>
          <pc:sldMk cId="2437170341" sldId="368"/>
        </pc:sldMkLst>
      </pc:sldChg>
      <pc:sldChg chg="delSp modSp mod">
        <pc:chgData name="Lea REMAUD" userId="f18a970a-316c-4b0f-9243-1686549d33ee" providerId="ADAL" clId="{402524AA-27B5-450D-9684-0C2E8D947F94}" dt="2024-09-19T12:59:32.556" v="1002" actId="20577"/>
        <pc:sldMkLst>
          <pc:docMk/>
          <pc:sldMk cId="375141945" sldId="371"/>
        </pc:sldMkLst>
      </pc:sldChg>
      <pc:sldChg chg="addSp delSp mod">
        <pc:chgData name="Lea REMAUD" userId="f18a970a-316c-4b0f-9243-1686549d33ee" providerId="ADAL" clId="{402524AA-27B5-450D-9684-0C2E8D947F94}" dt="2024-09-19T12:40:02.637" v="644" actId="478"/>
        <pc:sldMkLst>
          <pc:docMk/>
          <pc:sldMk cId="1602269077" sldId="377"/>
        </pc:sldMkLst>
      </pc:sldChg>
      <pc:sldChg chg="addSp delSp modSp mod">
        <pc:chgData name="Lea REMAUD" userId="f18a970a-316c-4b0f-9243-1686549d33ee" providerId="ADAL" clId="{402524AA-27B5-450D-9684-0C2E8D947F94}" dt="2024-09-19T13:11:39.466" v="1091" actId="1076"/>
        <pc:sldMkLst>
          <pc:docMk/>
          <pc:sldMk cId="2587615644" sldId="380"/>
        </pc:sldMkLst>
      </pc:sldChg>
    </pc:docChg>
  </pc:docChgLst>
  <pc:docChgLst>
    <pc:chgData name="Lea REMAUD" userId="f18a970a-316c-4b0f-9243-1686549d33ee" providerId="ADAL" clId="{B9EC6621-3505-4181-BA58-0FF77284AAE6}"/>
    <pc:docChg chg="undo custSel modSld">
      <pc:chgData name="Lea REMAUD" userId="f18a970a-316c-4b0f-9243-1686549d33ee" providerId="ADAL" clId="{B9EC6621-3505-4181-BA58-0FF77284AAE6}" dt="2024-09-16T16:11:05.806" v="31" actId="207"/>
      <pc:docMkLst>
        <pc:docMk/>
      </pc:docMkLst>
      <pc:sldChg chg="modSp mod">
        <pc:chgData name="Lea REMAUD" userId="f18a970a-316c-4b0f-9243-1686549d33ee" providerId="ADAL" clId="{B9EC6621-3505-4181-BA58-0FF77284AAE6}" dt="2024-09-16T16:11:05.806" v="31" actId="207"/>
        <pc:sldMkLst>
          <pc:docMk/>
          <pc:sldMk cId="1664424328" sldId="367"/>
        </pc:sldMkLst>
      </pc:sldChg>
    </pc:docChg>
  </pc:docChgLst>
  <pc:docChgLst>
    <pc:chgData name="Sophie OSMONT" userId="5fea8f1c-0f3a-481d-a962-1f07b848a953" providerId="ADAL" clId="{484D8589-B181-4112-B77A-049D0DFFDEE3}"/>
    <pc:docChg chg="undo custSel addSld modSld sldOrd">
      <pc:chgData name="Sophie OSMONT" userId="5fea8f1c-0f3a-481d-a962-1f07b848a953" providerId="ADAL" clId="{484D8589-B181-4112-B77A-049D0DFFDEE3}" dt="2024-09-26T14:53:39.334" v="1135" actId="20577"/>
      <pc:docMkLst>
        <pc:docMk/>
      </pc:docMkLst>
      <pc:sldChg chg="addSp delSp modSp mod">
        <pc:chgData name="Sophie OSMONT" userId="5fea8f1c-0f3a-481d-a962-1f07b848a953" providerId="ADAL" clId="{484D8589-B181-4112-B77A-049D0DFFDEE3}" dt="2024-09-17T09:33:47.364" v="8" actId="1076"/>
        <pc:sldMkLst>
          <pc:docMk/>
          <pc:sldMk cId="2529217930" sldId="256"/>
        </pc:sldMkLst>
      </pc:sldChg>
      <pc:sldChg chg="addSp delSp modSp mod">
        <pc:chgData name="Sophie OSMONT" userId="5fea8f1c-0f3a-481d-a962-1f07b848a953" providerId="ADAL" clId="{484D8589-B181-4112-B77A-049D0DFFDEE3}" dt="2024-09-17T10:24:42.023" v="872" actId="1076"/>
        <pc:sldMkLst>
          <pc:docMk/>
          <pc:sldMk cId="2382265234" sldId="257"/>
        </pc:sldMkLst>
      </pc:sldChg>
      <pc:sldChg chg="addSp delSp modSp mod">
        <pc:chgData name="Sophie OSMONT" userId="5fea8f1c-0f3a-481d-a962-1f07b848a953" providerId="ADAL" clId="{484D8589-B181-4112-B77A-049D0DFFDEE3}" dt="2024-09-17T09:35:42.834" v="110"/>
        <pc:sldMkLst>
          <pc:docMk/>
          <pc:sldMk cId="1053049620" sldId="285"/>
        </pc:sldMkLst>
      </pc:sldChg>
      <pc:sldChg chg="addSp delSp modSp mod">
        <pc:chgData name="Sophie OSMONT" userId="5fea8f1c-0f3a-481d-a962-1f07b848a953" providerId="ADAL" clId="{484D8589-B181-4112-B77A-049D0DFFDEE3}" dt="2024-09-26T14:51:55.414" v="1118" actId="20577"/>
        <pc:sldMkLst>
          <pc:docMk/>
          <pc:sldMk cId="2310637153" sldId="320"/>
        </pc:sldMkLst>
      </pc:sldChg>
      <pc:sldChg chg="addSp delSp modSp mod">
        <pc:chgData name="Sophie OSMONT" userId="5fea8f1c-0f3a-481d-a962-1f07b848a953" providerId="ADAL" clId="{484D8589-B181-4112-B77A-049D0DFFDEE3}" dt="2024-09-17T10:06:04.851" v="700" actId="20577"/>
        <pc:sldMkLst>
          <pc:docMk/>
          <pc:sldMk cId="1170629517" sldId="324"/>
        </pc:sldMkLst>
      </pc:sldChg>
      <pc:sldChg chg="addSp delSp modSp mod">
        <pc:chgData name="Sophie OSMONT" userId="5fea8f1c-0f3a-481d-a962-1f07b848a953" providerId="ADAL" clId="{484D8589-B181-4112-B77A-049D0DFFDEE3}" dt="2024-09-26T14:53:10.231" v="1126" actId="20577"/>
        <pc:sldMkLst>
          <pc:docMk/>
          <pc:sldMk cId="3084657619" sldId="344"/>
        </pc:sldMkLst>
      </pc:sldChg>
      <pc:sldChg chg="addSp delSp modSp mod">
        <pc:chgData name="Sophie OSMONT" userId="5fea8f1c-0f3a-481d-a962-1f07b848a953" providerId="ADAL" clId="{484D8589-B181-4112-B77A-049D0DFFDEE3}" dt="2024-09-17T10:03:39.630" v="649" actId="20577"/>
        <pc:sldMkLst>
          <pc:docMk/>
          <pc:sldMk cId="1923857876" sldId="347"/>
        </pc:sldMkLst>
      </pc:sldChg>
      <pc:sldChg chg="modSp mod">
        <pc:chgData name="Sophie OSMONT" userId="5fea8f1c-0f3a-481d-a962-1f07b848a953" providerId="ADAL" clId="{484D8589-B181-4112-B77A-049D0DFFDEE3}" dt="2024-09-26T07:29:30.589" v="1042" actId="20577"/>
        <pc:sldMkLst>
          <pc:docMk/>
          <pc:sldMk cId="88163607" sldId="349"/>
        </pc:sldMkLst>
      </pc:sldChg>
      <pc:sldChg chg="addSp delSp modSp mod">
        <pc:chgData name="Sophie OSMONT" userId="5fea8f1c-0f3a-481d-a962-1f07b848a953" providerId="ADAL" clId="{484D8589-B181-4112-B77A-049D0DFFDEE3}" dt="2024-09-25T09:24:24.792" v="967" actId="1076"/>
        <pc:sldMkLst>
          <pc:docMk/>
          <pc:sldMk cId="2394012831" sldId="351"/>
        </pc:sldMkLst>
      </pc:sldChg>
      <pc:sldChg chg="addSp delSp modSp mod ord">
        <pc:chgData name="Sophie OSMONT" userId="5fea8f1c-0f3a-481d-a962-1f07b848a953" providerId="ADAL" clId="{484D8589-B181-4112-B77A-049D0DFFDEE3}" dt="2024-09-17T10:02:50.852" v="585"/>
        <pc:sldMkLst>
          <pc:docMk/>
          <pc:sldMk cId="1629518571" sldId="354"/>
        </pc:sldMkLst>
      </pc:sldChg>
      <pc:sldChg chg="addSp delSp modSp mod">
        <pc:chgData name="Sophie OSMONT" userId="5fea8f1c-0f3a-481d-a962-1f07b848a953" providerId="ADAL" clId="{484D8589-B181-4112-B77A-049D0DFFDEE3}" dt="2024-09-17T10:03:06.319" v="604" actId="478"/>
        <pc:sldMkLst>
          <pc:docMk/>
          <pc:sldMk cId="1921404796" sldId="355"/>
        </pc:sldMkLst>
      </pc:sldChg>
      <pc:sldChg chg="modSp mod">
        <pc:chgData name="Sophie OSMONT" userId="5fea8f1c-0f3a-481d-a962-1f07b848a953" providerId="ADAL" clId="{484D8589-B181-4112-B77A-049D0DFFDEE3}" dt="2024-09-24T12:58:07.948" v="963"/>
        <pc:sldMkLst>
          <pc:docMk/>
          <pc:sldMk cId="1317173696" sldId="357"/>
        </pc:sldMkLst>
      </pc:sldChg>
      <pc:sldChg chg="addSp delSp modSp mod">
        <pc:chgData name="Sophie OSMONT" userId="5fea8f1c-0f3a-481d-a962-1f07b848a953" providerId="ADAL" clId="{484D8589-B181-4112-B77A-049D0DFFDEE3}" dt="2024-09-26T14:50:24.528" v="1068" actId="20577"/>
        <pc:sldMkLst>
          <pc:docMk/>
          <pc:sldMk cId="1557399496" sldId="358"/>
        </pc:sldMkLst>
      </pc:sldChg>
      <pc:sldChg chg="addSp delSp modSp mod">
        <pc:chgData name="Sophie OSMONT" userId="5fea8f1c-0f3a-481d-a962-1f07b848a953" providerId="ADAL" clId="{484D8589-B181-4112-B77A-049D0DFFDEE3}" dt="2024-09-17T09:35:25.247" v="86" actId="20577"/>
        <pc:sldMkLst>
          <pc:docMk/>
          <pc:sldMk cId="2611858937" sldId="363"/>
        </pc:sldMkLst>
      </pc:sldChg>
      <pc:sldChg chg="addSp delSp modSp mod">
        <pc:chgData name="Sophie OSMONT" userId="5fea8f1c-0f3a-481d-a962-1f07b848a953" providerId="ADAL" clId="{484D8589-B181-4112-B77A-049D0DFFDEE3}" dt="2024-09-17T09:35:32.019" v="97"/>
        <pc:sldMkLst>
          <pc:docMk/>
          <pc:sldMk cId="1244806909" sldId="365"/>
        </pc:sldMkLst>
      </pc:sldChg>
      <pc:sldChg chg="addSp delSp modSp mod">
        <pc:chgData name="Sophie OSMONT" userId="5fea8f1c-0f3a-481d-a962-1f07b848a953" providerId="ADAL" clId="{484D8589-B181-4112-B77A-049D0DFFDEE3}" dt="2024-09-17T09:58:53.170" v="558" actId="20577"/>
        <pc:sldMkLst>
          <pc:docMk/>
          <pc:sldMk cId="1635296812" sldId="366"/>
        </pc:sldMkLst>
      </pc:sldChg>
      <pc:sldChg chg="addSp delSp modSp mod">
        <pc:chgData name="Sophie OSMONT" userId="5fea8f1c-0f3a-481d-a962-1f07b848a953" providerId="ADAL" clId="{484D8589-B181-4112-B77A-049D0DFFDEE3}" dt="2024-09-26T14:51:38.402" v="1114" actId="20577"/>
        <pc:sldMkLst>
          <pc:docMk/>
          <pc:sldMk cId="1664424328" sldId="367"/>
        </pc:sldMkLst>
      </pc:sldChg>
      <pc:sldChg chg="addSp delSp modSp mod">
        <pc:chgData name="Sophie OSMONT" userId="5fea8f1c-0f3a-481d-a962-1f07b848a953" providerId="ADAL" clId="{484D8589-B181-4112-B77A-049D0DFFDEE3}" dt="2024-09-17T09:37:13.810" v="208"/>
        <pc:sldMkLst>
          <pc:docMk/>
          <pc:sldMk cId="2437170341" sldId="368"/>
        </pc:sldMkLst>
      </pc:sldChg>
      <pc:sldChg chg="modSp add mod">
        <pc:chgData name="Sophie OSMONT" userId="5fea8f1c-0f3a-481d-a962-1f07b848a953" providerId="ADAL" clId="{484D8589-B181-4112-B77A-049D0DFFDEE3}" dt="2024-09-26T14:51:21.580" v="1101" actId="20577"/>
        <pc:sldMkLst>
          <pc:docMk/>
          <pc:sldMk cId="29165941" sldId="369"/>
        </pc:sldMkLst>
      </pc:sldChg>
      <pc:sldChg chg="modSp add mod">
        <pc:chgData name="Sophie OSMONT" userId="5fea8f1c-0f3a-481d-a962-1f07b848a953" providerId="ADAL" clId="{484D8589-B181-4112-B77A-049D0DFFDEE3}" dt="2024-09-26T14:52:07.739" v="1120" actId="20577"/>
        <pc:sldMkLst>
          <pc:docMk/>
          <pc:sldMk cId="1107592078" sldId="370"/>
        </pc:sldMkLst>
      </pc:sldChg>
      <pc:sldChg chg="modSp add mod">
        <pc:chgData name="Sophie OSMONT" userId="5fea8f1c-0f3a-481d-a962-1f07b848a953" providerId="ADAL" clId="{484D8589-B181-4112-B77A-049D0DFFDEE3}" dt="2024-09-26T14:52:18.234" v="1123" actId="2062"/>
        <pc:sldMkLst>
          <pc:docMk/>
          <pc:sldMk cId="375141945" sldId="371"/>
        </pc:sldMkLst>
      </pc:sldChg>
      <pc:sldChg chg="modSp add mod">
        <pc:chgData name="Sophie OSMONT" userId="5fea8f1c-0f3a-481d-a962-1f07b848a953" providerId="ADAL" clId="{484D8589-B181-4112-B77A-049D0DFFDEE3}" dt="2024-09-17T09:58:37.293" v="531" actId="20577"/>
        <pc:sldMkLst>
          <pc:docMk/>
          <pc:sldMk cId="782505049" sldId="372"/>
        </pc:sldMkLst>
      </pc:sldChg>
      <pc:sldChg chg="add">
        <pc:chgData name="Sophie OSMONT" userId="5fea8f1c-0f3a-481d-a962-1f07b848a953" providerId="ADAL" clId="{484D8589-B181-4112-B77A-049D0DFFDEE3}" dt="2024-09-17T09:58:41.489" v="532"/>
        <pc:sldMkLst>
          <pc:docMk/>
          <pc:sldMk cId="3051362023" sldId="373"/>
        </pc:sldMkLst>
      </pc:sldChg>
      <pc:sldChg chg="modSp add mod">
        <pc:chgData name="Sophie OSMONT" userId="5fea8f1c-0f3a-481d-a962-1f07b848a953" providerId="ADAL" clId="{484D8589-B181-4112-B77A-049D0DFFDEE3}" dt="2024-09-17T09:58:47.623" v="549" actId="20577"/>
        <pc:sldMkLst>
          <pc:docMk/>
          <pc:sldMk cId="2791037617" sldId="374"/>
        </pc:sldMkLst>
      </pc:sldChg>
      <pc:sldChg chg="modSp add mod">
        <pc:chgData name="Sophie OSMONT" userId="5fea8f1c-0f3a-481d-a962-1f07b848a953" providerId="ADAL" clId="{484D8589-B181-4112-B77A-049D0DFFDEE3}" dt="2024-09-25T09:24:29.915" v="970" actId="1035"/>
        <pc:sldMkLst>
          <pc:docMk/>
          <pc:sldMk cId="1640291265" sldId="375"/>
        </pc:sldMkLst>
      </pc:sldChg>
      <pc:sldChg chg="add">
        <pc:chgData name="Sophie OSMONT" userId="5fea8f1c-0f3a-481d-a962-1f07b848a953" providerId="ADAL" clId="{484D8589-B181-4112-B77A-049D0DFFDEE3}" dt="2024-09-17T10:02:31.776" v="572"/>
        <pc:sldMkLst>
          <pc:docMk/>
          <pc:sldMk cId="590471690" sldId="376"/>
        </pc:sldMkLst>
      </pc:sldChg>
      <pc:sldChg chg="delSp modSp add mod">
        <pc:chgData name="Sophie OSMONT" userId="5fea8f1c-0f3a-481d-a962-1f07b848a953" providerId="ADAL" clId="{484D8589-B181-4112-B77A-049D0DFFDEE3}" dt="2024-09-17T10:03:02.580" v="603" actId="478"/>
        <pc:sldMkLst>
          <pc:docMk/>
          <pc:sldMk cId="1602269077" sldId="377"/>
        </pc:sldMkLst>
      </pc:sldChg>
      <pc:sldChg chg="addSp delSp modSp add mod">
        <pc:chgData name="Sophie OSMONT" userId="5fea8f1c-0f3a-481d-a962-1f07b848a953" providerId="ADAL" clId="{484D8589-B181-4112-B77A-049D0DFFDEE3}" dt="2024-09-17T10:12:11.764" v="753" actId="1076"/>
        <pc:sldMkLst>
          <pc:docMk/>
          <pc:sldMk cId="2554398661" sldId="378"/>
        </pc:sldMkLst>
      </pc:sldChg>
      <pc:sldChg chg="modSp add mod">
        <pc:chgData name="Sophie OSMONT" userId="5fea8f1c-0f3a-481d-a962-1f07b848a953" providerId="ADAL" clId="{484D8589-B181-4112-B77A-049D0DFFDEE3}" dt="2024-09-25T09:24:54.579" v="971" actId="1076"/>
        <pc:sldMkLst>
          <pc:docMk/>
          <pc:sldMk cId="1744997145" sldId="379"/>
        </pc:sldMkLst>
      </pc:sldChg>
      <pc:sldChg chg="modSp add mod">
        <pc:chgData name="Sophie OSMONT" userId="5fea8f1c-0f3a-481d-a962-1f07b848a953" providerId="ADAL" clId="{484D8589-B181-4112-B77A-049D0DFFDEE3}" dt="2024-09-17T10:03:34.403" v="640" actId="14100"/>
        <pc:sldMkLst>
          <pc:docMk/>
          <pc:sldMk cId="2587615644" sldId="380"/>
        </pc:sldMkLst>
      </pc:sldChg>
      <pc:sldChg chg="modSp mod">
        <pc:chgData name="Sophie OSMONT" userId="5fea8f1c-0f3a-481d-a962-1f07b848a953" providerId="ADAL" clId="{484D8589-B181-4112-B77A-049D0DFFDEE3}" dt="2024-09-26T14:53:15.019" v="1129" actId="20577"/>
        <pc:sldMkLst>
          <pc:docMk/>
          <pc:sldMk cId="2799833552" sldId="381"/>
        </pc:sldMkLst>
      </pc:sldChg>
      <pc:sldChg chg="modSp mod">
        <pc:chgData name="Sophie OSMONT" userId="5fea8f1c-0f3a-481d-a962-1f07b848a953" providerId="ADAL" clId="{484D8589-B181-4112-B77A-049D0DFFDEE3}" dt="2024-09-26T14:53:24.862" v="1132" actId="20577"/>
        <pc:sldMkLst>
          <pc:docMk/>
          <pc:sldMk cId="4084326131" sldId="382"/>
        </pc:sldMkLst>
      </pc:sldChg>
      <pc:sldChg chg="modSp mod">
        <pc:chgData name="Sophie OSMONT" userId="5fea8f1c-0f3a-481d-a962-1f07b848a953" providerId="ADAL" clId="{484D8589-B181-4112-B77A-049D0DFFDEE3}" dt="2024-09-26T14:53:39.334" v="1135" actId="20577"/>
        <pc:sldMkLst>
          <pc:docMk/>
          <pc:sldMk cId="2758489527" sldId="385"/>
        </pc:sldMkLst>
      </pc:sldChg>
    </pc:docChg>
  </pc:docChgLst>
  <pc:docChgLst>
    <pc:chgData name="Alizée ROUSSET" userId="b99fc12d-ed6f-43be-b30c-d3ca15348cc9" providerId="ADAL" clId="{AE90EBCB-A751-4889-920E-CE42146AC412}"/>
    <pc:docChg chg="undo custSel addSld delSld modSld">
      <pc:chgData name="Alizée ROUSSET" userId="b99fc12d-ed6f-43be-b30c-d3ca15348cc9" providerId="ADAL" clId="{AE90EBCB-A751-4889-920E-CE42146AC412}" dt="2024-09-16T13:29:52.287" v="676" actId="1076"/>
      <pc:docMkLst>
        <pc:docMk/>
      </pc:docMkLst>
      <pc:sldChg chg="addSp delSp modSp mod">
        <pc:chgData name="Alizée ROUSSET" userId="b99fc12d-ed6f-43be-b30c-d3ca15348cc9" providerId="ADAL" clId="{AE90EBCB-A751-4889-920E-CE42146AC412}" dt="2024-09-10T09:05:02.847" v="80" actId="1076"/>
        <pc:sldMkLst>
          <pc:docMk/>
          <pc:sldMk cId="2529217930" sldId="256"/>
        </pc:sldMkLst>
      </pc:sldChg>
      <pc:sldChg chg="addSp delSp modSp mod">
        <pc:chgData name="Alizée ROUSSET" userId="b99fc12d-ed6f-43be-b30c-d3ca15348cc9" providerId="ADAL" clId="{AE90EBCB-A751-4889-920E-CE42146AC412}" dt="2024-09-16T13:27:06.800" v="666" actId="478"/>
        <pc:sldMkLst>
          <pc:docMk/>
          <pc:sldMk cId="2382265234" sldId="257"/>
        </pc:sldMkLst>
      </pc:sldChg>
      <pc:sldChg chg="addSp delSp modSp add del mod">
        <pc:chgData name="Alizée ROUSSET" userId="b99fc12d-ed6f-43be-b30c-d3ca15348cc9" providerId="ADAL" clId="{AE90EBCB-A751-4889-920E-CE42146AC412}" dt="2024-09-16T13:29:38.501" v="672"/>
        <pc:sldMkLst>
          <pc:docMk/>
          <pc:sldMk cId="3734682091" sldId="258"/>
        </pc:sldMkLst>
      </pc:sldChg>
      <pc:sldChg chg="addSp delSp modSp mod">
        <pc:chgData name="Alizée ROUSSET" userId="b99fc12d-ed6f-43be-b30c-d3ca15348cc9" providerId="ADAL" clId="{AE90EBCB-A751-4889-920E-CE42146AC412}" dt="2024-09-10T09:14:42.981" v="470"/>
        <pc:sldMkLst>
          <pc:docMk/>
          <pc:sldMk cId="1053049620" sldId="285"/>
        </pc:sldMkLst>
      </pc:sldChg>
      <pc:sldChg chg="addSp delSp modSp mod">
        <pc:chgData name="Alizée ROUSSET" userId="b99fc12d-ed6f-43be-b30c-d3ca15348cc9" providerId="ADAL" clId="{AE90EBCB-A751-4889-920E-CE42146AC412}" dt="2024-09-10T09:14:28.210" v="457"/>
        <pc:sldMkLst>
          <pc:docMk/>
          <pc:sldMk cId="1318436630" sldId="295"/>
        </pc:sldMkLst>
      </pc:sldChg>
      <pc:sldChg chg="addSp delSp modSp mod">
        <pc:chgData name="Alizée ROUSSET" userId="b99fc12d-ed6f-43be-b30c-d3ca15348cc9" providerId="ADAL" clId="{AE90EBCB-A751-4889-920E-CE42146AC412}" dt="2024-09-10T09:14:29.580" v="458"/>
        <pc:sldMkLst>
          <pc:docMk/>
          <pc:sldMk cId="2241609377" sldId="304"/>
        </pc:sldMkLst>
      </pc:sldChg>
      <pc:sldChg chg="addSp delSp modSp mod">
        <pc:chgData name="Alizée ROUSSET" userId="b99fc12d-ed6f-43be-b30c-d3ca15348cc9" providerId="ADAL" clId="{AE90EBCB-A751-4889-920E-CE42146AC412}" dt="2024-09-10T09:15:27.186" v="480" actId="478"/>
        <pc:sldMkLst>
          <pc:docMk/>
          <pc:sldMk cId="2910455009" sldId="310"/>
        </pc:sldMkLst>
      </pc:sldChg>
      <pc:sldChg chg="addSp delSp modSp del mod">
        <pc:chgData name="Alizée ROUSSET" userId="b99fc12d-ed6f-43be-b30c-d3ca15348cc9" providerId="ADAL" clId="{AE90EBCB-A751-4889-920E-CE42146AC412}" dt="2024-09-16T13:29:47.558" v="674" actId="47"/>
        <pc:sldMkLst>
          <pc:docMk/>
          <pc:sldMk cId="1634806256" sldId="312"/>
        </pc:sldMkLst>
      </pc:sldChg>
      <pc:sldChg chg="addSp delSp modSp mod">
        <pc:chgData name="Alizée ROUSSET" userId="b99fc12d-ed6f-43be-b30c-d3ca15348cc9" providerId="ADAL" clId="{AE90EBCB-A751-4889-920E-CE42146AC412}" dt="2024-09-10T09:15:23.157" v="477"/>
        <pc:sldMkLst>
          <pc:docMk/>
          <pc:sldMk cId="2234218884" sldId="314"/>
        </pc:sldMkLst>
      </pc:sldChg>
      <pc:sldChg chg="addSp delSp modSp mod">
        <pc:chgData name="Alizée ROUSSET" userId="b99fc12d-ed6f-43be-b30c-d3ca15348cc9" providerId="ADAL" clId="{AE90EBCB-A751-4889-920E-CE42146AC412}" dt="2024-09-10T09:14:30.570" v="459"/>
        <pc:sldMkLst>
          <pc:docMk/>
          <pc:sldMk cId="2310637153" sldId="320"/>
        </pc:sldMkLst>
      </pc:sldChg>
      <pc:sldChg chg="addSp delSp modSp mod">
        <pc:chgData name="Alizée ROUSSET" userId="b99fc12d-ed6f-43be-b30c-d3ca15348cc9" providerId="ADAL" clId="{AE90EBCB-A751-4889-920E-CE42146AC412}" dt="2024-09-10T09:15:31.382" v="481"/>
        <pc:sldMkLst>
          <pc:docMk/>
          <pc:sldMk cId="1170629517" sldId="324"/>
        </pc:sldMkLst>
      </pc:sldChg>
      <pc:sldChg chg="addSp delSp modSp mod">
        <pc:chgData name="Alizée ROUSSET" userId="b99fc12d-ed6f-43be-b30c-d3ca15348cc9" providerId="ADAL" clId="{AE90EBCB-A751-4889-920E-CE42146AC412}" dt="2024-09-10T09:14:33.417" v="461"/>
        <pc:sldMkLst>
          <pc:docMk/>
          <pc:sldMk cId="3084657619" sldId="344"/>
        </pc:sldMkLst>
      </pc:sldChg>
      <pc:sldChg chg="addSp delSp modSp mod">
        <pc:chgData name="Alizée ROUSSET" userId="b99fc12d-ed6f-43be-b30c-d3ca15348cc9" providerId="ADAL" clId="{AE90EBCB-A751-4889-920E-CE42146AC412}" dt="2024-09-10T15:21:53.957" v="665" actId="1076"/>
        <pc:sldMkLst>
          <pc:docMk/>
          <pc:sldMk cId="1923857876" sldId="347"/>
        </pc:sldMkLst>
      </pc:sldChg>
      <pc:sldChg chg="addSp delSp modSp mod">
        <pc:chgData name="Alizée ROUSSET" userId="b99fc12d-ed6f-43be-b30c-d3ca15348cc9" providerId="ADAL" clId="{AE90EBCB-A751-4889-920E-CE42146AC412}" dt="2024-09-10T09:14:45.308" v="471"/>
        <pc:sldMkLst>
          <pc:docMk/>
          <pc:sldMk cId="2394012831" sldId="351"/>
        </pc:sldMkLst>
      </pc:sldChg>
      <pc:sldChg chg="addSp delSp modSp mod">
        <pc:chgData name="Alizée ROUSSET" userId="b99fc12d-ed6f-43be-b30c-d3ca15348cc9" providerId="ADAL" clId="{AE90EBCB-A751-4889-920E-CE42146AC412}" dt="2024-09-10T09:15:00.444" v="472"/>
        <pc:sldMkLst>
          <pc:docMk/>
          <pc:sldMk cId="468071145" sldId="352"/>
        </pc:sldMkLst>
      </pc:sldChg>
      <pc:sldChg chg="addSp delSp modSp mod">
        <pc:chgData name="Alizée ROUSSET" userId="b99fc12d-ed6f-43be-b30c-d3ca15348cc9" providerId="ADAL" clId="{AE90EBCB-A751-4889-920E-CE42146AC412}" dt="2024-09-10T09:15:11.572" v="473"/>
        <pc:sldMkLst>
          <pc:docMk/>
          <pc:sldMk cId="2622759059" sldId="353"/>
        </pc:sldMkLst>
      </pc:sldChg>
      <pc:sldChg chg="addSp delSp modSp mod">
        <pc:chgData name="Alizée ROUSSET" userId="b99fc12d-ed6f-43be-b30c-d3ca15348cc9" providerId="ADAL" clId="{AE90EBCB-A751-4889-920E-CE42146AC412}" dt="2024-09-10T09:15:13.237" v="474"/>
        <pc:sldMkLst>
          <pc:docMk/>
          <pc:sldMk cId="1629518571" sldId="354"/>
        </pc:sldMkLst>
      </pc:sldChg>
      <pc:sldChg chg="addSp delSp modSp mod">
        <pc:chgData name="Alizée ROUSSET" userId="b99fc12d-ed6f-43be-b30c-d3ca15348cc9" providerId="ADAL" clId="{AE90EBCB-A751-4889-920E-CE42146AC412}" dt="2024-09-10T09:15:20.408" v="475"/>
        <pc:sldMkLst>
          <pc:docMk/>
          <pc:sldMk cId="1921404796" sldId="355"/>
        </pc:sldMkLst>
      </pc:sldChg>
      <pc:sldChg chg="addSp delSp modSp mod">
        <pc:chgData name="Alizée ROUSSET" userId="b99fc12d-ed6f-43be-b30c-d3ca15348cc9" providerId="ADAL" clId="{AE90EBCB-A751-4889-920E-CE42146AC412}" dt="2024-09-10T15:20:32.070" v="660" actId="20577"/>
        <pc:sldMkLst>
          <pc:docMk/>
          <pc:sldMk cId="1557399496" sldId="358"/>
        </pc:sldMkLst>
      </pc:sldChg>
      <pc:sldChg chg="addSp delSp modSp mod">
        <pc:chgData name="Alizée ROUSSET" userId="b99fc12d-ed6f-43be-b30c-d3ca15348cc9" providerId="ADAL" clId="{AE90EBCB-A751-4889-920E-CE42146AC412}" dt="2024-09-10T09:14:37.206" v="466" actId="1036"/>
        <pc:sldMkLst>
          <pc:docMk/>
          <pc:sldMk cId="2611858937" sldId="363"/>
        </pc:sldMkLst>
      </pc:sldChg>
      <pc:sldChg chg="addSp delSp modSp mod">
        <pc:chgData name="Alizée ROUSSET" userId="b99fc12d-ed6f-43be-b30c-d3ca15348cc9" providerId="ADAL" clId="{AE90EBCB-A751-4889-920E-CE42146AC412}" dt="2024-09-10T09:14:38.685" v="467"/>
        <pc:sldMkLst>
          <pc:docMk/>
          <pc:sldMk cId="3454793412" sldId="364"/>
        </pc:sldMkLst>
      </pc:sldChg>
      <pc:sldChg chg="addSp delSp modSp mod">
        <pc:chgData name="Alizée ROUSSET" userId="b99fc12d-ed6f-43be-b30c-d3ca15348cc9" providerId="ADAL" clId="{AE90EBCB-A751-4889-920E-CE42146AC412}" dt="2024-09-10T09:14:40.087" v="468"/>
        <pc:sldMkLst>
          <pc:docMk/>
          <pc:sldMk cId="1244806909" sldId="365"/>
        </pc:sldMkLst>
      </pc:sldChg>
      <pc:sldChg chg="addSp delSp modSp mod">
        <pc:chgData name="Alizée ROUSSET" userId="b99fc12d-ed6f-43be-b30c-d3ca15348cc9" providerId="ADAL" clId="{AE90EBCB-A751-4889-920E-CE42146AC412}" dt="2024-09-10T15:20:52.556" v="662" actId="478"/>
        <pc:sldMkLst>
          <pc:docMk/>
          <pc:sldMk cId="1635296812" sldId="366"/>
        </pc:sldMkLst>
      </pc:sldChg>
      <pc:sldChg chg="add">
        <pc:chgData name="Alizée ROUSSET" userId="b99fc12d-ed6f-43be-b30c-d3ca15348cc9" providerId="ADAL" clId="{AE90EBCB-A751-4889-920E-CE42146AC412}" dt="2024-09-16T13:27:23.950" v="667"/>
        <pc:sldMkLst>
          <pc:docMk/>
          <pc:sldMk cId="1664424328" sldId="367"/>
        </pc:sldMkLst>
      </pc:sldChg>
      <pc:sldChg chg="modSp add mod">
        <pc:chgData name="Alizée ROUSSET" userId="b99fc12d-ed6f-43be-b30c-d3ca15348cc9" providerId="ADAL" clId="{AE90EBCB-A751-4889-920E-CE42146AC412}" dt="2024-09-16T13:29:52.287" v="676" actId="1076"/>
        <pc:sldMkLst>
          <pc:docMk/>
          <pc:sldMk cId="2437170341" sldId="368"/>
        </pc:sldMkLst>
      </pc:sldChg>
    </pc:docChg>
  </pc:docChgLst>
  <pc:docChgLst>
    <pc:chgData name="Sophie OSMONT" userId="5fea8f1c-0f3a-481d-a962-1f07b848a953" providerId="ADAL" clId="{DA450383-FF7F-4A86-BF51-B1464672EF82}"/>
    <pc:docChg chg="undo custSel delSld modSld">
      <pc:chgData name="Sophie OSMONT" userId="5fea8f1c-0f3a-481d-a962-1f07b848a953" providerId="ADAL" clId="{DA450383-FF7F-4A86-BF51-B1464672EF82}" dt="2024-09-10T13:01:20.252" v="314" actId="2165"/>
      <pc:docMkLst>
        <pc:docMk/>
      </pc:docMkLst>
      <pc:sldChg chg="addSp delSp modSp mod">
        <pc:chgData name="Sophie OSMONT" userId="5fea8f1c-0f3a-481d-a962-1f07b848a953" providerId="ADAL" clId="{DA450383-FF7F-4A86-BF51-B1464672EF82}" dt="2024-09-10T12:14:11.354" v="10" actId="1076"/>
        <pc:sldMkLst>
          <pc:docMk/>
          <pc:sldMk cId="2382265234" sldId="257"/>
        </pc:sldMkLst>
      </pc:sldChg>
      <pc:sldChg chg="del">
        <pc:chgData name="Sophie OSMONT" userId="5fea8f1c-0f3a-481d-a962-1f07b848a953" providerId="ADAL" clId="{DA450383-FF7F-4A86-BF51-B1464672EF82}" dt="2024-09-10T12:14:25.665" v="11" actId="47"/>
        <pc:sldMkLst>
          <pc:docMk/>
          <pc:sldMk cId="2241609377" sldId="304"/>
        </pc:sldMkLst>
      </pc:sldChg>
      <pc:sldChg chg="del">
        <pc:chgData name="Sophie OSMONT" userId="5fea8f1c-0f3a-481d-a962-1f07b848a953" providerId="ADAL" clId="{DA450383-FF7F-4A86-BF51-B1464672EF82}" dt="2024-09-10T12:14:48.019" v="14" actId="47"/>
        <pc:sldMkLst>
          <pc:docMk/>
          <pc:sldMk cId="2910455009" sldId="310"/>
        </pc:sldMkLst>
      </pc:sldChg>
      <pc:sldChg chg="addSp delSp modSp mod">
        <pc:chgData name="Sophie OSMONT" userId="5fea8f1c-0f3a-481d-a962-1f07b848a953" providerId="ADAL" clId="{DA450383-FF7F-4A86-BF51-B1464672EF82}" dt="2024-09-10T13:01:20.252" v="314" actId="2165"/>
        <pc:sldMkLst>
          <pc:docMk/>
          <pc:sldMk cId="2310637153" sldId="320"/>
        </pc:sldMkLst>
      </pc:sldChg>
      <pc:sldChg chg="addSp delSp modSp mod">
        <pc:chgData name="Sophie OSMONT" userId="5fea8f1c-0f3a-481d-a962-1f07b848a953" providerId="ADAL" clId="{DA450383-FF7F-4A86-BF51-B1464672EF82}" dt="2024-09-10T12:42:56.722" v="169" actId="1076"/>
        <pc:sldMkLst>
          <pc:docMk/>
          <pc:sldMk cId="1170629517" sldId="324"/>
        </pc:sldMkLst>
      </pc:sldChg>
      <pc:sldChg chg="del">
        <pc:chgData name="Sophie OSMONT" userId="5fea8f1c-0f3a-481d-a962-1f07b848a953" providerId="ADAL" clId="{DA450383-FF7F-4A86-BF51-B1464672EF82}" dt="2024-09-10T12:14:41.771" v="13" actId="47"/>
        <pc:sldMkLst>
          <pc:docMk/>
          <pc:sldMk cId="2622759059" sldId="353"/>
        </pc:sldMkLst>
      </pc:sldChg>
      <pc:sldChg chg="del">
        <pc:chgData name="Sophie OSMONT" userId="5fea8f1c-0f3a-481d-a962-1f07b848a953" providerId="ADAL" clId="{DA450383-FF7F-4A86-BF51-B1464672EF82}" dt="2024-09-10T12:14:34.895" v="12" actId="47"/>
        <pc:sldMkLst>
          <pc:docMk/>
          <pc:sldMk cId="3454793412" sldId="364"/>
        </pc:sldMkLst>
      </pc:sldChg>
    </pc:docChg>
  </pc:docChgLst>
  <pc:docChgLst>
    <pc:chgData name="Badre QADDA" userId="6b568cee-63d6-40be-af7b-ca3ad2ec5d39" providerId="ADAL" clId="{23AF3034-5DF9-4B64-84A9-1F4247849E56}"/>
    <pc:docChg chg="undo custSel modSld">
      <pc:chgData name="Badre QADDA" userId="6b568cee-63d6-40be-af7b-ca3ad2ec5d39" providerId="ADAL" clId="{23AF3034-5DF9-4B64-84A9-1F4247849E56}" dt="2024-09-06T15:16:40.086" v="345" actId="113"/>
      <pc:docMkLst>
        <pc:docMk/>
      </pc:docMkLst>
      <pc:sldChg chg="delSp modSp mod">
        <pc:chgData name="Badre QADDA" userId="6b568cee-63d6-40be-af7b-ca3ad2ec5d39" providerId="ADAL" clId="{23AF3034-5DF9-4B64-84A9-1F4247849E56}" dt="2024-09-06T15:16:40.086" v="345" actId="113"/>
        <pc:sldMkLst>
          <pc:docMk/>
          <pc:sldMk cId="2241609377" sldId="304"/>
        </pc:sldMkLst>
      </pc:sldChg>
    </pc:docChg>
  </pc:docChgLst>
  <pc:docChgLst>
    <pc:chgData name="Julien BENSAID" userId="6757120c-0ddf-42ac-8d28-612f05c021f9" providerId="ADAL" clId="{EFABC74F-B67E-49F9-A816-0BDFB6DE5235}"/>
    <pc:docChg chg="custSel modSld">
      <pc:chgData name="Julien BENSAID" userId="6757120c-0ddf-42ac-8d28-612f05c021f9" providerId="ADAL" clId="{EFABC74F-B67E-49F9-A816-0BDFB6DE5235}" dt="2024-09-17T09:21:09.215" v="0" actId="478"/>
      <pc:docMkLst>
        <pc:docMk/>
      </pc:docMkLst>
      <pc:sldChg chg="delSp mod">
        <pc:chgData name="Julien BENSAID" userId="6757120c-0ddf-42ac-8d28-612f05c021f9" providerId="ADAL" clId="{EFABC74F-B67E-49F9-A816-0BDFB6DE5235}" dt="2024-09-17T09:21:09.215" v="0" actId="478"/>
        <pc:sldMkLst>
          <pc:docMk/>
          <pc:sldMk cId="1557399496" sldId="358"/>
        </pc:sldMkLst>
      </pc:sldChg>
    </pc:docChg>
  </pc:docChgLst>
  <pc:docChgLst>
    <pc:chgData name="Alizée ROUSSET" userId="b99fc12d-ed6f-43be-b30c-d3ca15348cc9" providerId="ADAL" clId="{4127E11F-032C-4581-A053-3532E45E82A0}"/>
    <pc:docChg chg="undo custSel modSld">
      <pc:chgData name="Alizée ROUSSET" userId="b99fc12d-ed6f-43be-b30c-d3ca15348cc9" providerId="ADAL" clId="{4127E11F-032C-4581-A053-3532E45E82A0}" dt="2024-10-22T14:39:39.306" v="730" actId="113"/>
      <pc:docMkLst>
        <pc:docMk/>
      </pc:docMkLst>
      <pc:sldChg chg="modSp mod">
        <pc:chgData name="Alizée ROUSSET" userId="b99fc12d-ed6f-43be-b30c-d3ca15348cc9" providerId="ADAL" clId="{4127E11F-032C-4581-A053-3532E45E82A0}" dt="2024-10-22T14:26:23.045" v="535" actId="1076"/>
        <pc:sldMkLst>
          <pc:docMk/>
          <pc:sldMk cId="2234218884" sldId="314"/>
        </pc:sldMkLst>
      </pc:sldChg>
      <pc:sldChg chg="delSp modSp mod">
        <pc:chgData name="Alizée ROUSSET" userId="b99fc12d-ed6f-43be-b30c-d3ca15348cc9" providerId="ADAL" clId="{4127E11F-032C-4581-A053-3532E45E82A0}" dt="2024-10-22T13:43:29.324" v="429" actId="20577"/>
        <pc:sldMkLst>
          <pc:docMk/>
          <pc:sldMk cId="1107592078" sldId="370"/>
        </pc:sldMkLst>
      </pc:sldChg>
      <pc:sldChg chg="addSp delSp modSp mod">
        <pc:chgData name="Alizée ROUSSET" userId="b99fc12d-ed6f-43be-b30c-d3ca15348cc9" providerId="ADAL" clId="{4127E11F-032C-4581-A053-3532E45E82A0}" dt="2024-10-22T14:29:28.693" v="663" actId="20577"/>
        <pc:sldMkLst>
          <pc:docMk/>
          <pc:sldMk cId="1744997145" sldId="379"/>
        </pc:sldMkLst>
      </pc:sldChg>
      <pc:sldChg chg="addSp modSp mod">
        <pc:chgData name="Alizée ROUSSET" userId="b99fc12d-ed6f-43be-b30c-d3ca15348cc9" providerId="ADAL" clId="{4127E11F-032C-4581-A053-3532E45E82A0}" dt="2024-10-22T14:39:39.306" v="730" actId="113"/>
        <pc:sldMkLst>
          <pc:docMk/>
          <pc:sldMk cId="2587615644" sldId="380"/>
        </pc:sldMkLst>
      </pc:sldChg>
      <pc:sldChg chg="delSp modSp mod">
        <pc:chgData name="Alizée ROUSSET" userId="b99fc12d-ed6f-43be-b30c-d3ca15348cc9" providerId="ADAL" clId="{4127E11F-032C-4581-A053-3532E45E82A0}" dt="2024-10-22T13:45:59.013" v="501" actId="207"/>
        <pc:sldMkLst>
          <pc:docMk/>
          <pc:sldMk cId="3177631128" sldId="391"/>
        </pc:sldMkLst>
      </pc:sldChg>
    </pc:docChg>
  </pc:docChgLst>
  <pc:docChgLst>
    <pc:chgData name="Julien BENSAID" userId="6757120c-0ddf-42ac-8d28-612f05c021f9" providerId="ADAL" clId="{A6FCC942-5EA9-4683-A091-AB0707073C77}"/>
    <pc:docChg chg="custSel modSld">
      <pc:chgData name="Julien BENSAID" userId="6757120c-0ddf-42ac-8d28-612f05c021f9" providerId="ADAL" clId="{A6FCC942-5EA9-4683-A091-AB0707073C77}" dt="2024-10-23T07:40:32.012" v="0" actId="478"/>
      <pc:docMkLst>
        <pc:docMk/>
      </pc:docMkLst>
      <pc:sldChg chg="delSp mod">
        <pc:chgData name="Julien BENSAID" userId="6757120c-0ddf-42ac-8d28-612f05c021f9" providerId="ADAL" clId="{A6FCC942-5EA9-4683-A091-AB0707073C77}" dt="2024-10-23T07:40:32.012" v="0" actId="478"/>
        <pc:sldMkLst>
          <pc:docMk/>
          <pc:sldMk cId="2413223325" sldId="390"/>
        </pc:sldMkLst>
      </pc:sldChg>
    </pc:docChg>
  </pc:docChgLst>
  <pc:docChgLst>
    <pc:chgData name="Ashley DJEDJE" userId="1f61ad61-9a6a-4a78-b786-9e744a9a88e7" providerId="ADAL" clId="{8254D45A-DCC4-47B1-9B9E-9AC49C4EBB0A}"/>
    <pc:docChg chg="undo custSel addSld delSld modSld">
      <pc:chgData name="Ashley DJEDJE" userId="1f61ad61-9a6a-4a78-b786-9e744a9a88e7" providerId="ADAL" clId="{8254D45A-DCC4-47B1-9B9E-9AC49C4EBB0A}" dt="2024-10-23T07:51:23.670" v="325" actId="20577"/>
      <pc:docMkLst>
        <pc:docMk/>
      </pc:docMkLst>
      <pc:sldChg chg="delSp modSp mod">
        <pc:chgData name="Ashley DJEDJE" userId="1f61ad61-9a6a-4a78-b786-9e744a9a88e7" providerId="ADAL" clId="{8254D45A-DCC4-47B1-9B9E-9AC49C4EBB0A}" dt="2024-10-23T07:29:49.094" v="120"/>
        <pc:sldMkLst>
          <pc:docMk/>
          <pc:sldMk cId="2394012831" sldId="351"/>
        </pc:sldMkLst>
      </pc:sldChg>
      <pc:sldChg chg="delSp modSp mod">
        <pc:chgData name="Ashley DJEDJE" userId="1f61ad61-9a6a-4a78-b786-9e744a9a88e7" providerId="ADAL" clId="{8254D45A-DCC4-47B1-9B9E-9AC49C4EBB0A}" dt="2024-10-23T07:49:00.155" v="287" actId="20577"/>
        <pc:sldMkLst>
          <pc:docMk/>
          <pc:sldMk cId="468071145" sldId="352"/>
        </pc:sldMkLst>
      </pc:sldChg>
      <pc:sldChg chg="addSp delSp modSp mod">
        <pc:chgData name="Ashley DJEDJE" userId="1f61ad61-9a6a-4a78-b786-9e744a9a88e7" providerId="ADAL" clId="{8254D45A-DCC4-47B1-9B9E-9AC49C4EBB0A}" dt="2024-10-23T07:37:37.646" v="234" actId="20577"/>
        <pc:sldMkLst>
          <pc:docMk/>
          <pc:sldMk cId="1921404796" sldId="355"/>
        </pc:sldMkLst>
      </pc:sldChg>
      <pc:sldChg chg="modSp mod">
        <pc:chgData name="Ashley DJEDJE" userId="1f61ad61-9a6a-4a78-b786-9e744a9a88e7" providerId="ADAL" clId="{8254D45A-DCC4-47B1-9B9E-9AC49C4EBB0A}" dt="2024-10-23T07:51:23.670" v="325" actId="20577"/>
        <pc:sldMkLst>
          <pc:docMk/>
          <pc:sldMk cId="1317173696" sldId="357"/>
        </pc:sldMkLst>
      </pc:sldChg>
      <pc:sldChg chg="addSp delSp modSp mod">
        <pc:chgData name="Ashley DJEDJE" userId="1f61ad61-9a6a-4a78-b786-9e744a9a88e7" providerId="ADAL" clId="{8254D45A-DCC4-47B1-9B9E-9AC49C4EBB0A}" dt="2024-10-23T07:48:46.079" v="280" actId="478"/>
        <pc:sldMkLst>
          <pc:docMk/>
          <pc:sldMk cId="1640291265" sldId="375"/>
        </pc:sldMkLst>
      </pc:sldChg>
      <pc:sldChg chg="addSp delSp modSp del mod">
        <pc:chgData name="Ashley DJEDJE" userId="1f61ad61-9a6a-4a78-b786-9e744a9a88e7" providerId="ADAL" clId="{8254D45A-DCC4-47B1-9B9E-9AC49C4EBB0A}" dt="2024-10-23T07:31:45.875" v="147" actId="47"/>
        <pc:sldMkLst>
          <pc:docMk/>
          <pc:sldMk cId="590471690" sldId="376"/>
        </pc:sldMkLst>
      </pc:sldChg>
      <pc:sldChg chg="addSp delSp modSp mod">
        <pc:chgData name="Ashley DJEDJE" userId="1f61ad61-9a6a-4a78-b786-9e744a9a88e7" providerId="ADAL" clId="{8254D45A-DCC4-47B1-9B9E-9AC49C4EBB0A}" dt="2024-10-23T07:46:49.029" v="248" actId="20577"/>
        <pc:sldMkLst>
          <pc:docMk/>
          <pc:sldMk cId="1602269077" sldId="377"/>
        </pc:sldMkLst>
      </pc:sldChg>
      <pc:sldChg chg="modSp add mod">
        <pc:chgData name="Ashley DJEDJE" userId="1f61ad61-9a6a-4a78-b786-9e744a9a88e7" providerId="ADAL" clId="{8254D45A-DCC4-47B1-9B9E-9AC49C4EBB0A}" dt="2024-10-23T07:32:18.847" v="188" actId="313"/>
        <pc:sldMkLst>
          <pc:docMk/>
          <pc:sldMk cId="167184334" sldId="395"/>
        </pc:sldMkLst>
      </pc:sldChg>
    </pc:docChg>
  </pc:docChgLst>
  <pc:docChgLst>
    <pc:chgData name="Mehdi KOOB" userId="97279d6a-debf-4c3e-8271-4ca61ca0814d" providerId="ADAL" clId="{683E62AE-6278-4627-934F-C70519AF4EF5}"/>
    <pc:docChg chg="undo custSel addSld delSld modSld sldOrd">
      <pc:chgData name="Mehdi KOOB" userId="97279d6a-debf-4c3e-8271-4ca61ca0814d" providerId="ADAL" clId="{683E62AE-6278-4627-934F-C70519AF4EF5}" dt="2025-10-28T11:49:23.819" v="641" actId="20577"/>
      <pc:docMkLst>
        <pc:docMk/>
      </pc:docMkLst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2529217930" sldId="256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2382265234" sldId="257"/>
        </pc:sldMkLst>
      </pc:sldChg>
      <pc:sldChg chg="addSp delSp modSp add del mod modNotesTx">
        <pc:chgData name="Mehdi KOOB" userId="97279d6a-debf-4c3e-8271-4ca61ca0814d" providerId="ADAL" clId="{683E62AE-6278-4627-934F-C70519AF4EF5}" dt="2025-10-27T12:50:10.545" v="466" actId="47"/>
        <pc:sldMkLst>
          <pc:docMk/>
          <pc:sldMk cId="0" sldId="260"/>
        </pc:sldMkLst>
      </pc:sldChg>
      <pc:sldChg chg="addSp delSp modSp add del mod modNotes modNotesTx">
        <pc:chgData name="Mehdi KOOB" userId="97279d6a-debf-4c3e-8271-4ca61ca0814d" providerId="ADAL" clId="{683E62AE-6278-4627-934F-C70519AF4EF5}" dt="2025-10-27T12:50:10.545" v="466" actId="47"/>
        <pc:sldMkLst>
          <pc:docMk/>
          <pc:sldMk cId="0" sldId="263"/>
        </pc:sldMkLst>
      </pc:sldChg>
      <pc:sldChg chg="addSp delSp modSp add del mod modNotes modNotesTx">
        <pc:chgData name="Mehdi KOOB" userId="97279d6a-debf-4c3e-8271-4ca61ca0814d" providerId="ADAL" clId="{683E62AE-6278-4627-934F-C70519AF4EF5}" dt="2025-10-27T12:50:10.545" v="466" actId="47"/>
        <pc:sldMkLst>
          <pc:docMk/>
          <pc:sldMk cId="0" sldId="266"/>
        </pc:sldMkLst>
      </pc:sldChg>
      <pc:sldChg chg="addSp delSp modSp add del mod modNotesTx">
        <pc:chgData name="Mehdi KOOB" userId="97279d6a-debf-4c3e-8271-4ca61ca0814d" providerId="ADAL" clId="{683E62AE-6278-4627-934F-C70519AF4EF5}" dt="2025-10-27T12:50:10.545" v="466" actId="47"/>
        <pc:sldMkLst>
          <pc:docMk/>
          <pc:sldMk cId="0" sldId="269"/>
        </pc:sldMkLst>
      </pc:sldChg>
      <pc:sldChg chg="addSp delSp modSp add del mod modNotesTx">
        <pc:chgData name="Mehdi KOOB" userId="97279d6a-debf-4c3e-8271-4ca61ca0814d" providerId="ADAL" clId="{683E62AE-6278-4627-934F-C70519AF4EF5}" dt="2025-10-27T12:50:10.545" v="466" actId="47"/>
        <pc:sldMkLst>
          <pc:docMk/>
          <pc:sldMk cId="0" sldId="272"/>
        </pc:sldMkLst>
      </pc:sldChg>
      <pc:sldChg chg="delSp modSp mod">
        <pc:chgData name="Mehdi KOOB" userId="97279d6a-debf-4c3e-8271-4ca61ca0814d" providerId="ADAL" clId="{683E62AE-6278-4627-934F-C70519AF4EF5}" dt="2025-10-28T11:49:23.819" v="641" actId="20577"/>
        <pc:sldMkLst>
          <pc:docMk/>
          <pc:sldMk cId="1053049620" sldId="285"/>
        </pc:sldMkLst>
        <pc:spChg chg="mod">
          <ac:chgData name="Mehdi KOOB" userId="97279d6a-debf-4c3e-8271-4ca61ca0814d" providerId="ADAL" clId="{683E62AE-6278-4627-934F-C70519AF4EF5}" dt="2025-10-28T11:49:23.819" v="641" actId="20577"/>
          <ac:spMkLst>
            <pc:docMk/>
            <pc:sldMk cId="1053049620" sldId="285"/>
            <ac:spMk id="17" creationId="{52FD2FFA-0B90-47BC-BAB6-4A7FEF6A1878}"/>
          </ac:spMkLst>
        </pc:spChg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1318436630" sldId="295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2310637153" sldId="320"/>
        </pc:sldMkLst>
      </pc:sldChg>
      <pc:sldChg chg="del">
        <pc:chgData name="Mehdi KOOB" userId="97279d6a-debf-4c3e-8271-4ca61ca0814d" providerId="ADAL" clId="{683E62AE-6278-4627-934F-C70519AF4EF5}" dt="2025-10-27T12:45:04.860" v="246" actId="47"/>
        <pc:sldMkLst>
          <pc:docMk/>
          <pc:sldMk cId="1170629517" sldId="324"/>
        </pc:sldMkLst>
      </pc:sldChg>
      <pc:sldChg chg="del">
        <pc:chgData name="Mehdi KOOB" userId="97279d6a-debf-4c3e-8271-4ca61ca0814d" providerId="ADAL" clId="{683E62AE-6278-4627-934F-C70519AF4EF5}" dt="2025-10-15T10:37:08.517" v="10" actId="47"/>
        <pc:sldMkLst>
          <pc:docMk/>
          <pc:sldMk cId="3084657619" sldId="344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81616537" sldId="348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819308942" sldId="350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2394012831" sldId="351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1921404796" sldId="355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1538797287" sldId="356"/>
        </pc:sldMkLst>
      </pc:sldChg>
      <pc:sldChg chg="del">
        <pc:chgData name="Mehdi KOOB" userId="97279d6a-debf-4c3e-8271-4ca61ca0814d" providerId="ADAL" clId="{683E62AE-6278-4627-934F-C70519AF4EF5}" dt="2025-10-27T12:45:04.860" v="246" actId="47"/>
        <pc:sldMkLst>
          <pc:docMk/>
          <pc:sldMk cId="1317173696" sldId="357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1664424328" sldId="367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2437170341" sldId="368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29165941" sldId="369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1107592078" sldId="370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375141945" sldId="371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1640291265" sldId="375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1602269077" sldId="377"/>
        </pc:sldMkLst>
      </pc:sldChg>
      <pc:sldChg chg="del">
        <pc:chgData name="Mehdi KOOB" userId="97279d6a-debf-4c3e-8271-4ca61ca0814d" providerId="ADAL" clId="{683E62AE-6278-4627-934F-C70519AF4EF5}" dt="2025-10-27T12:45:04.860" v="246" actId="47"/>
        <pc:sldMkLst>
          <pc:docMk/>
          <pc:sldMk cId="2554398661" sldId="378"/>
        </pc:sldMkLst>
      </pc:sldChg>
      <pc:sldChg chg="del">
        <pc:chgData name="Mehdi KOOB" userId="97279d6a-debf-4c3e-8271-4ca61ca0814d" providerId="ADAL" clId="{683E62AE-6278-4627-934F-C70519AF4EF5}" dt="2025-10-27T12:45:04.860" v="246" actId="47"/>
        <pc:sldMkLst>
          <pc:docMk/>
          <pc:sldMk cId="1744997145" sldId="379"/>
        </pc:sldMkLst>
      </pc:sldChg>
      <pc:sldChg chg="del">
        <pc:chgData name="Mehdi KOOB" userId="97279d6a-debf-4c3e-8271-4ca61ca0814d" providerId="ADAL" clId="{683E62AE-6278-4627-934F-C70519AF4EF5}" dt="2025-10-27T12:45:04.860" v="246" actId="47"/>
        <pc:sldMkLst>
          <pc:docMk/>
          <pc:sldMk cId="2587615644" sldId="380"/>
        </pc:sldMkLst>
      </pc:sldChg>
      <pc:sldChg chg="del">
        <pc:chgData name="Mehdi KOOB" userId="97279d6a-debf-4c3e-8271-4ca61ca0814d" providerId="ADAL" clId="{683E62AE-6278-4627-934F-C70519AF4EF5}" dt="2025-10-15T10:40:14.795" v="47" actId="47"/>
        <pc:sldMkLst>
          <pc:docMk/>
          <pc:sldMk cId="2799833552" sldId="381"/>
        </pc:sldMkLst>
      </pc:sldChg>
      <pc:sldChg chg="del ord">
        <pc:chgData name="Mehdi KOOB" userId="97279d6a-debf-4c3e-8271-4ca61ca0814d" providerId="ADAL" clId="{683E62AE-6278-4627-934F-C70519AF4EF5}" dt="2025-10-15T10:38:55.818" v="36" actId="47"/>
        <pc:sldMkLst>
          <pc:docMk/>
          <pc:sldMk cId="4084326131" sldId="382"/>
        </pc:sldMkLst>
      </pc:sldChg>
      <pc:sldChg chg="del ord">
        <pc:chgData name="Mehdi KOOB" userId="97279d6a-debf-4c3e-8271-4ca61ca0814d" providerId="ADAL" clId="{683E62AE-6278-4627-934F-C70519AF4EF5}" dt="2025-10-15T10:41:53.021" v="67" actId="47"/>
        <pc:sldMkLst>
          <pc:docMk/>
          <pc:sldMk cId="2758489527" sldId="385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3058245608" sldId="387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1428825380" sldId="389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2413223325" sldId="390"/>
        </pc:sldMkLst>
      </pc:sldChg>
      <pc:sldChg chg="del">
        <pc:chgData name="Mehdi KOOB" userId="97279d6a-debf-4c3e-8271-4ca61ca0814d" providerId="ADAL" clId="{683E62AE-6278-4627-934F-C70519AF4EF5}" dt="2025-10-27T12:44:37.786" v="244" actId="47"/>
        <pc:sldMkLst>
          <pc:docMk/>
          <pc:sldMk cId="2051991281" sldId="392"/>
        </pc:sldMkLst>
      </pc:sldChg>
      <pc:sldChg chg="del">
        <pc:chgData name="Mehdi KOOB" userId="97279d6a-debf-4c3e-8271-4ca61ca0814d" providerId="ADAL" clId="{683E62AE-6278-4627-934F-C70519AF4EF5}" dt="2025-10-15T10:42:45" v="77" actId="47"/>
        <pc:sldMkLst>
          <pc:docMk/>
          <pc:sldMk cId="2152273612" sldId="393"/>
        </pc:sldMkLst>
      </pc:sldChg>
      <pc:sldChg chg="del">
        <pc:chgData name="Mehdi KOOB" userId="97279d6a-debf-4c3e-8271-4ca61ca0814d" providerId="ADAL" clId="{683E62AE-6278-4627-934F-C70519AF4EF5}" dt="2025-10-15T10:44:16.214" v="87" actId="47"/>
        <pc:sldMkLst>
          <pc:docMk/>
          <pc:sldMk cId="837532798" sldId="394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167184334" sldId="395"/>
        </pc:sldMkLst>
      </pc:sldChg>
      <pc:sldChg chg="del">
        <pc:chgData name="Mehdi KOOB" userId="97279d6a-debf-4c3e-8271-4ca61ca0814d" providerId="ADAL" clId="{683E62AE-6278-4627-934F-C70519AF4EF5}" dt="2025-10-27T12:44:35.088" v="243" actId="47"/>
        <pc:sldMkLst>
          <pc:docMk/>
          <pc:sldMk cId="4168885829" sldId="396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4195331918" sldId="397"/>
        </pc:sldMkLst>
      </pc:sldChg>
      <pc:sldChg chg="del">
        <pc:chgData name="Mehdi KOOB" userId="97279d6a-debf-4c3e-8271-4ca61ca0814d" providerId="ADAL" clId="{683E62AE-6278-4627-934F-C70519AF4EF5}" dt="2025-10-27T12:44:52.406" v="245" actId="47"/>
        <pc:sldMkLst>
          <pc:docMk/>
          <pc:sldMk cId="1881272027" sldId="398"/>
        </pc:sldMkLst>
      </pc:sldChg>
      <pc:sldChg chg="addSp delSp modSp add mod modNotesTx">
        <pc:chgData name="Mehdi KOOB" userId="97279d6a-debf-4c3e-8271-4ca61ca0814d" providerId="ADAL" clId="{683E62AE-6278-4627-934F-C70519AF4EF5}" dt="2025-10-27T12:54:11.178" v="625" actId="1076"/>
        <pc:sldMkLst>
          <pc:docMk/>
          <pc:sldMk cId="0" sldId="399"/>
        </pc:sldMkLst>
        <pc:spChg chg="del">
          <ac:chgData name="Mehdi KOOB" userId="97279d6a-debf-4c3e-8271-4ca61ca0814d" providerId="ADAL" clId="{683E62AE-6278-4627-934F-C70519AF4EF5}" dt="2025-10-27T12:49:39.357" v="465" actId="478"/>
          <ac:spMkLst>
            <pc:docMk/>
            <pc:sldMk cId="0" sldId="399"/>
            <ac:spMk id="4" creationId="{EC548C65-82A0-A74D-4BD5-DBA438923F77}"/>
          </ac:spMkLst>
        </pc:spChg>
        <pc:spChg chg="add mod">
          <ac:chgData name="Mehdi KOOB" userId="97279d6a-debf-4c3e-8271-4ca61ca0814d" providerId="ADAL" clId="{683E62AE-6278-4627-934F-C70519AF4EF5}" dt="2025-10-27T12:54:11.178" v="625" actId="1076"/>
          <ac:spMkLst>
            <pc:docMk/>
            <pc:sldMk cId="0" sldId="399"/>
            <ac:spMk id="5" creationId="{8BEC1191-FC96-D7B3-3796-18296505D04F}"/>
          </ac:spMkLst>
        </pc:spChg>
        <pc:spChg chg="mod">
          <ac:chgData name="Mehdi KOOB" userId="97279d6a-debf-4c3e-8271-4ca61ca0814d" providerId="ADAL" clId="{683E62AE-6278-4627-934F-C70519AF4EF5}" dt="2025-10-27T12:47:05.858" v="342" actId="20577"/>
          <ac:spMkLst>
            <pc:docMk/>
            <pc:sldMk cId="0" sldId="399"/>
            <ac:spMk id="91" creationId="{00000000-0000-0000-0000-000000000000}"/>
          </ac:spMkLst>
        </pc:spChg>
        <pc:spChg chg="mod">
          <ac:chgData name="Mehdi KOOB" userId="97279d6a-debf-4c3e-8271-4ca61ca0814d" providerId="ADAL" clId="{683E62AE-6278-4627-934F-C70519AF4EF5}" dt="2025-10-27T12:48:11.698" v="402" actId="20577"/>
          <ac:spMkLst>
            <pc:docMk/>
            <pc:sldMk cId="0" sldId="399"/>
            <ac:spMk id="93" creationId="{00000000-0000-0000-0000-000000000000}"/>
          </ac:spMkLst>
        </pc:spChg>
        <pc:spChg chg="mod">
          <ac:chgData name="Mehdi KOOB" userId="97279d6a-debf-4c3e-8271-4ca61ca0814d" providerId="ADAL" clId="{683E62AE-6278-4627-934F-C70519AF4EF5}" dt="2025-10-27T12:47:43.211" v="354" actId="20577"/>
          <ac:spMkLst>
            <pc:docMk/>
            <pc:sldMk cId="0" sldId="399"/>
            <ac:spMk id="96" creationId="{00000000-0000-0000-0000-000000000000}"/>
          </ac:spMkLst>
        </pc:spChg>
        <pc:spChg chg="mod">
          <ac:chgData name="Mehdi KOOB" userId="97279d6a-debf-4c3e-8271-4ca61ca0814d" providerId="ADAL" clId="{683E62AE-6278-4627-934F-C70519AF4EF5}" dt="2025-10-27T12:48:53.090" v="447" actId="14100"/>
          <ac:spMkLst>
            <pc:docMk/>
            <pc:sldMk cId="0" sldId="399"/>
            <ac:spMk id="97" creationId="{00000000-0000-0000-0000-000000000000}"/>
          </ac:spMkLst>
        </pc:spChg>
        <pc:spChg chg="mod">
          <ac:chgData name="Mehdi KOOB" userId="97279d6a-debf-4c3e-8271-4ca61ca0814d" providerId="ADAL" clId="{683E62AE-6278-4627-934F-C70519AF4EF5}" dt="2025-10-27T12:49:27.838" v="464" actId="20577"/>
          <ac:spMkLst>
            <pc:docMk/>
            <pc:sldMk cId="0" sldId="399"/>
            <ac:spMk id="98" creationId="{00000000-0000-0000-0000-000000000000}"/>
          </ac:spMkLst>
        </pc:spChg>
        <pc:spChg chg="mod">
          <ac:chgData name="Mehdi KOOB" userId="97279d6a-debf-4c3e-8271-4ca61ca0814d" providerId="ADAL" clId="{683E62AE-6278-4627-934F-C70519AF4EF5}" dt="2025-10-27T12:47:58.286" v="384" actId="20577"/>
          <ac:spMkLst>
            <pc:docMk/>
            <pc:sldMk cId="0" sldId="399"/>
            <ac:spMk id="99" creationId="{00000000-0000-0000-0000-000000000000}"/>
          </ac:spMkLst>
        </pc:spChg>
        <pc:spChg chg="mod">
          <ac:chgData name="Mehdi KOOB" userId="97279d6a-debf-4c3e-8271-4ca61ca0814d" providerId="ADAL" clId="{683E62AE-6278-4627-934F-C70519AF4EF5}" dt="2025-10-27T12:46:22.844" v="303" actId="20577"/>
          <ac:spMkLst>
            <pc:docMk/>
            <pc:sldMk cId="0" sldId="399"/>
            <ac:spMk id="102" creationId="{00000000-0000-0000-0000-000000000000}"/>
          </ac:spMkLst>
        </pc:spChg>
        <pc:graphicFrameChg chg="add mod">
          <ac:chgData name="Mehdi KOOB" userId="97279d6a-debf-4c3e-8271-4ca61ca0814d" providerId="ADAL" clId="{683E62AE-6278-4627-934F-C70519AF4EF5}" dt="2025-10-27T12:52:30.858" v="574"/>
          <ac:graphicFrameMkLst>
            <pc:docMk/>
            <pc:sldMk cId="0" sldId="399"/>
            <ac:graphicFrameMk id="4" creationId="{A9F7FA16-E4E7-2A7E-99F0-FE0E48F29782}"/>
          </ac:graphicFrameMkLst>
        </pc:graphicFrameChg>
        <pc:picChg chg="add mod">
          <ac:chgData name="Mehdi KOOB" userId="97279d6a-debf-4c3e-8271-4ca61ca0814d" providerId="ADAL" clId="{683E62AE-6278-4627-934F-C70519AF4EF5}" dt="2025-10-15T10:37:18.476" v="13" actId="1076"/>
          <ac:picMkLst>
            <pc:docMk/>
            <pc:sldMk cId="0" sldId="399"/>
            <ac:picMk id="2" creationId="{40B11754-14A3-FDE8-53CA-24E6CEA94B4F}"/>
          </ac:picMkLst>
        </pc:picChg>
        <pc:picChg chg="mod">
          <ac:chgData name="Mehdi KOOB" userId="97279d6a-debf-4c3e-8271-4ca61ca0814d" providerId="ADAL" clId="{683E62AE-6278-4627-934F-C70519AF4EF5}" dt="2025-10-15T10:37:21.037" v="14" actId="1076"/>
          <ac:picMkLst>
            <pc:docMk/>
            <pc:sldMk cId="0" sldId="399"/>
            <ac:picMk id="101" creationId="{00000000-0000-0000-0000-000000000000}"/>
          </ac:picMkLst>
        </pc:picChg>
        <pc:picChg chg="mod">
          <ac:chgData name="Mehdi KOOB" userId="97279d6a-debf-4c3e-8271-4ca61ca0814d" providerId="ADAL" clId="{683E62AE-6278-4627-934F-C70519AF4EF5}" dt="2025-10-15T10:36:01.973" v="9" actId="1076"/>
          <ac:picMkLst>
            <pc:docMk/>
            <pc:sldMk cId="0" sldId="399"/>
            <ac:picMk id="104" creationId="{00000000-0000-0000-0000-000000000000}"/>
          </ac:picMkLst>
        </pc:picChg>
      </pc:sldChg>
      <pc:sldChg chg="addSp delSp modSp add mod">
        <pc:chgData name="Mehdi KOOB" userId="97279d6a-debf-4c3e-8271-4ca61ca0814d" providerId="ADAL" clId="{683E62AE-6278-4627-934F-C70519AF4EF5}" dt="2025-10-27T12:53:09.501" v="584" actId="404"/>
        <pc:sldMkLst>
          <pc:docMk/>
          <pc:sldMk cId="2834610154" sldId="400"/>
        </pc:sldMkLst>
        <pc:spChg chg="del">
          <ac:chgData name="Mehdi KOOB" userId="97279d6a-debf-4c3e-8271-4ca61ca0814d" providerId="ADAL" clId="{683E62AE-6278-4627-934F-C70519AF4EF5}" dt="2025-10-27T12:51:54.515" v="560" actId="478"/>
          <ac:spMkLst>
            <pc:docMk/>
            <pc:sldMk cId="2834610154" sldId="400"/>
            <ac:spMk id="91" creationId="{3C696A37-2171-8E12-8B3A-08C359541C94}"/>
          </ac:spMkLst>
        </pc:spChg>
        <pc:spChg chg="del">
          <ac:chgData name="Mehdi KOOB" userId="97279d6a-debf-4c3e-8271-4ca61ca0814d" providerId="ADAL" clId="{683E62AE-6278-4627-934F-C70519AF4EF5}" dt="2025-10-27T12:51:54.515" v="560" actId="478"/>
          <ac:spMkLst>
            <pc:docMk/>
            <pc:sldMk cId="2834610154" sldId="400"/>
            <ac:spMk id="93" creationId="{8AF92573-C2A6-9080-CDD6-51BA4B046EE7}"/>
          </ac:spMkLst>
        </pc:spChg>
        <pc:spChg chg="del">
          <ac:chgData name="Mehdi KOOB" userId="97279d6a-debf-4c3e-8271-4ca61ca0814d" providerId="ADAL" clId="{683E62AE-6278-4627-934F-C70519AF4EF5}" dt="2025-10-27T12:51:58.457" v="563" actId="478"/>
          <ac:spMkLst>
            <pc:docMk/>
            <pc:sldMk cId="2834610154" sldId="400"/>
            <ac:spMk id="94" creationId="{08C81534-4BA9-FC54-3DA4-A5E661EEE6AC}"/>
          </ac:spMkLst>
        </pc:spChg>
        <pc:spChg chg="del">
          <ac:chgData name="Mehdi KOOB" userId="97279d6a-debf-4c3e-8271-4ca61ca0814d" providerId="ADAL" clId="{683E62AE-6278-4627-934F-C70519AF4EF5}" dt="2025-10-27T12:51:54.515" v="560" actId="478"/>
          <ac:spMkLst>
            <pc:docMk/>
            <pc:sldMk cId="2834610154" sldId="400"/>
            <ac:spMk id="95" creationId="{D4C16844-B756-DDDF-1339-E3A506724044}"/>
          </ac:spMkLst>
        </pc:spChg>
        <pc:spChg chg="del">
          <ac:chgData name="Mehdi KOOB" userId="97279d6a-debf-4c3e-8271-4ca61ca0814d" providerId="ADAL" clId="{683E62AE-6278-4627-934F-C70519AF4EF5}" dt="2025-10-27T12:51:54.515" v="560" actId="478"/>
          <ac:spMkLst>
            <pc:docMk/>
            <pc:sldMk cId="2834610154" sldId="400"/>
            <ac:spMk id="96" creationId="{CE4738A7-7B75-6700-6CD6-080ECC247618}"/>
          </ac:spMkLst>
        </pc:spChg>
        <pc:spChg chg="del">
          <ac:chgData name="Mehdi KOOB" userId="97279d6a-debf-4c3e-8271-4ca61ca0814d" providerId="ADAL" clId="{683E62AE-6278-4627-934F-C70519AF4EF5}" dt="2025-10-27T12:51:54.515" v="560" actId="478"/>
          <ac:spMkLst>
            <pc:docMk/>
            <pc:sldMk cId="2834610154" sldId="400"/>
            <ac:spMk id="97" creationId="{4D9B9384-F4EC-6DD0-5327-42E7473D22A7}"/>
          </ac:spMkLst>
        </pc:spChg>
        <pc:spChg chg="del">
          <ac:chgData name="Mehdi KOOB" userId="97279d6a-debf-4c3e-8271-4ca61ca0814d" providerId="ADAL" clId="{683E62AE-6278-4627-934F-C70519AF4EF5}" dt="2025-10-27T12:51:54.515" v="560" actId="478"/>
          <ac:spMkLst>
            <pc:docMk/>
            <pc:sldMk cId="2834610154" sldId="400"/>
            <ac:spMk id="98" creationId="{55F65C95-A240-44AD-58B0-3198BD1B9DD1}"/>
          </ac:spMkLst>
        </pc:spChg>
        <pc:spChg chg="del">
          <ac:chgData name="Mehdi KOOB" userId="97279d6a-debf-4c3e-8271-4ca61ca0814d" providerId="ADAL" clId="{683E62AE-6278-4627-934F-C70519AF4EF5}" dt="2025-10-27T12:51:54.515" v="560" actId="478"/>
          <ac:spMkLst>
            <pc:docMk/>
            <pc:sldMk cId="2834610154" sldId="400"/>
            <ac:spMk id="99" creationId="{DC90A6C1-9955-9B91-F069-9A2E5E45CA7B}"/>
          </ac:spMkLst>
        </pc:spChg>
        <pc:spChg chg="mod">
          <ac:chgData name="Mehdi KOOB" userId="97279d6a-debf-4c3e-8271-4ca61ca0814d" providerId="ADAL" clId="{683E62AE-6278-4627-934F-C70519AF4EF5}" dt="2025-10-27T12:52:47.100" v="581" actId="20577"/>
          <ac:spMkLst>
            <pc:docMk/>
            <pc:sldMk cId="2834610154" sldId="400"/>
            <ac:spMk id="102" creationId="{C5D65F83-D14C-5E96-36BB-374E121D72A6}"/>
          </ac:spMkLst>
        </pc:spChg>
        <pc:graphicFrameChg chg="add del mod modGraphic">
          <ac:chgData name="Mehdi KOOB" userId="97279d6a-debf-4c3e-8271-4ca61ca0814d" providerId="ADAL" clId="{683E62AE-6278-4627-934F-C70519AF4EF5}" dt="2025-10-27T12:52:42.515" v="576" actId="478"/>
          <ac:graphicFrameMkLst>
            <pc:docMk/>
            <pc:sldMk cId="2834610154" sldId="400"/>
            <ac:graphicFrameMk id="4" creationId="{BA41F07A-EDFF-8CBA-F02E-A922D7148E94}"/>
          </ac:graphicFrameMkLst>
        </pc:graphicFrameChg>
        <pc:graphicFrameChg chg="add mod modGraphic">
          <ac:chgData name="Mehdi KOOB" userId="97279d6a-debf-4c3e-8271-4ca61ca0814d" providerId="ADAL" clId="{683E62AE-6278-4627-934F-C70519AF4EF5}" dt="2025-10-27T12:53:09.501" v="584" actId="404"/>
          <ac:graphicFrameMkLst>
            <pc:docMk/>
            <pc:sldMk cId="2834610154" sldId="400"/>
            <ac:graphicFrameMk id="5" creationId="{AA0E6989-6AE1-A892-E976-E6A4FB4BD970}"/>
          </ac:graphicFrameMkLst>
        </pc:graphicFrameChg>
        <pc:picChg chg="del">
          <ac:chgData name="Mehdi KOOB" userId="97279d6a-debf-4c3e-8271-4ca61ca0814d" providerId="ADAL" clId="{683E62AE-6278-4627-934F-C70519AF4EF5}" dt="2025-10-27T12:51:55.911" v="561" actId="478"/>
          <ac:picMkLst>
            <pc:docMk/>
            <pc:sldMk cId="2834610154" sldId="400"/>
            <ac:picMk id="3" creationId="{83B66C11-9E95-3630-F445-735955CA426A}"/>
          </ac:picMkLst>
        </pc:picChg>
        <pc:picChg chg="del">
          <ac:chgData name="Mehdi KOOB" userId="97279d6a-debf-4c3e-8271-4ca61ca0814d" providerId="ADAL" clId="{683E62AE-6278-4627-934F-C70519AF4EF5}" dt="2025-10-27T12:51:56.856" v="562" actId="478"/>
          <ac:picMkLst>
            <pc:docMk/>
            <pc:sldMk cId="2834610154" sldId="400"/>
            <ac:picMk id="104" creationId="{8E4DDB26-DB93-D7AF-EB89-F323EBD6C1B3}"/>
          </ac:picMkLst>
        </pc:picChg>
        <pc:picChg chg="del">
          <ac:chgData name="Mehdi KOOB" userId="97279d6a-debf-4c3e-8271-4ca61ca0814d" providerId="ADAL" clId="{683E62AE-6278-4627-934F-C70519AF4EF5}" dt="2025-10-27T12:51:54.515" v="560" actId="478"/>
          <ac:picMkLst>
            <pc:docMk/>
            <pc:sldMk cId="2834610154" sldId="400"/>
            <ac:picMk id="105" creationId="{F54C0167-C1BE-C23B-3C16-D6BA65EC3800}"/>
          </ac:picMkLst>
        </pc:picChg>
        <pc:picChg chg="del">
          <ac:chgData name="Mehdi KOOB" userId="97279d6a-debf-4c3e-8271-4ca61ca0814d" providerId="ADAL" clId="{683E62AE-6278-4627-934F-C70519AF4EF5}" dt="2025-10-27T12:51:54.515" v="560" actId="478"/>
          <ac:picMkLst>
            <pc:docMk/>
            <pc:sldMk cId="2834610154" sldId="400"/>
            <ac:picMk id="107" creationId="{25922D7E-4F20-6A20-9D4B-C1AAC664B28F}"/>
          </ac:picMkLst>
        </pc:picChg>
        <pc:picChg chg="del">
          <ac:chgData name="Mehdi KOOB" userId="97279d6a-debf-4c3e-8271-4ca61ca0814d" providerId="ADAL" clId="{683E62AE-6278-4627-934F-C70519AF4EF5}" dt="2025-10-27T12:51:54.515" v="560" actId="478"/>
          <ac:picMkLst>
            <pc:docMk/>
            <pc:sldMk cId="2834610154" sldId="400"/>
            <ac:picMk id="108" creationId="{64F3FE0E-7756-CE44-9306-12192504F861}"/>
          </ac:picMkLst>
        </pc:picChg>
      </pc:sldChg>
      <pc:sldChg chg="add">
        <pc:chgData name="Mehdi KOOB" userId="97279d6a-debf-4c3e-8271-4ca61ca0814d" providerId="ADAL" clId="{683E62AE-6278-4627-934F-C70519AF4EF5}" dt="2025-10-27T12:52:35.099" v="575"/>
        <pc:sldMkLst>
          <pc:docMk/>
          <pc:sldMk cId="1460948823" sldId="401"/>
        </pc:sldMkLst>
      </pc:sldChg>
    </pc:docChg>
  </pc:docChgLst>
  <pc:docChgLst>
    <pc:chgData name="Mélanie VIGNON" userId="S::mvignon@qwertys.fr::4654a747-616c-4bed-8e5f-7a4d5b6fcd4e" providerId="AD" clId="Web-{B9D6154E-0A00-6A73-7AC7-E71CF7645597}"/>
    <pc:docChg chg="modSld">
      <pc:chgData name="Mélanie VIGNON" userId="S::mvignon@qwertys.fr::4654a747-616c-4bed-8e5f-7a4d5b6fcd4e" providerId="AD" clId="Web-{B9D6154E-0A00-6A73-7AC7-E71CF7645597}" dt="2024-09-26T12:36:31.425" v="54" actId="20577"/>
      <pc:docMkLst>
        <pc:docMk/>
      </pc:docMkLst>
      <pc:sldChg chg="modSp">
        <pc:chgData name="Mélanie VIGNON" userId="S::mvignon@qwertys.fr::4654a747-616c-4bed-8e5f-7a4d5b6fcd4e" providerId="AD" clId="Web-{B9D6154E-0A00-6A73-7AC7-E71CF7645597}" dt="2024-09-26T12:36:10.253" v="45" actId="20577"/>
        <pc:sldMkLst>
          <pc:docMk/>
          <pc:sldMk cId="1053049620" sldId="285"/>
        </pc:sldMkLst>
      </pc:sldChg>
      <pc:sldChg chg="modSp">
        <pc:chgData name="Mélanie VIGNON" userId="S::mvignon@qwertys.fr::4654a747-616c-4bed-8e5f-7a4d5b6fcd4e" providerId="AD" clId="Web-{B9D6154E-0A00-6A73-7AC7-E71CF7645597}" dt="2024-09-26T12:36:31.425" v="54" actId="20577"/>
        <pc:sldMkLst>
          <pc:docMk/>
          <pc:sldMk cId="2799833552" sldId="381"/>
        </pc:sldMkLst>
      </pc:sldChg>
    </pc:docChg>
  </pc:docChgLst>
  <pc:docChgLst>
    <pc:chgData name="Ashley DJEDJE" userId="1f61ad61-9a6a-4a78-b786-9e744a9a88e7" providerId="ADAL" clId="{932E0B42-0C10-43B1-818C-33D60B1BE604}"/>
    <pc:docChg chg="custSel modSld">
      <pc:chgData name="Ashley DJEDJE" userId="1f61ad61-9a6a-4a78-b786-9e744a9a88e7" providerId="ADAL" clId="{932E0B42-0C10-43B1-818C-33D60B1BE604}" dt="2024-09-26T14:18:12.092" v="154" actId="20577"/>
      <pc:docMkLst>
        <pc:docMk/>
      </pc:docMkLst>
      <pc:sldChg chg="addSp delSp modSp mod">
        <pc:chgData name="Ashley DJEDJE" userId="1f61ad61-9a6a-4a78-b786-9e744a9a88e7" providerId="ADAL" clId="{932E0B42-0C10-43B1-818C-33D60B1BE604}" dt="2024-09-23T10:04:10.640" v="145" actId="20577"/>
        <pc:sldMkLst>
          <pc:docMk/>
          <pc:sldMk cId="1629518571" sldId="354"/>
        </pc:sldMkLst>
      </pc:sldChg>
      <pc:sldChg chg="addSp delSp modSp mod">
        <pc:chgData name="Ashley DJEDJE" userId="1f61ad61-9a6a-4a78-b786-9e744a9a88e7" providerId="ADAL" clId="{932E0B42-0C10-43B1-818C-33D60B1BE604}" dt="2024-09-23T10:08:07.259" v="147" actId="113"/>
        <pc:sldMkLst>
          <pc:docMk/>
          <pc:sldMk cId="1640291265" sldId="375"/>
        </pc:sldMkLst>
      </pc:sldChg>
      <pc:sldChg chg="addSp delSp modSp mod">
        <pc:chgData name="Ashley DJEDJE" userId="1f61ad61-9a6a-4a78-b786-9e744a9a88e7" providerId="ADAL" clId="{932E0B42-0C10-43B1-818C-33D60B1BE604}" dt="2024-09-23T09:56:23.673" v="121" actId="478"/>
        <pc:sldMkLst>
          <pc:docMk/>
          <pc:sldMk cId="590471690" sldId="376"/>
        </pc:sldMkLst>
      </pc:sldChg>
      <pc:sldChg chg="addSp delSp modSp mod">
        <pc:chgData name="Ashley DJEDJE" userId="1f61ad61-9a6a-4a78-b786-9e744a9a88e7" providerId="ADAL" clId="{932E0B42-0C10-43B1-818C-33D60B1BE604}" dt="2024-09-23T10:05:13.658" v="146" actId="478"/>
        <pc:sldMkLst>
          <pc:docMk/>
          <pc:sldMk cId="1602269077" sldId="377"/>
        </pc:sldMkLst>
      </pc:sldChg>
    </pc:docChg>
  </pc:docChgLst>
  <pc:docChgLst>
    <pc:chgData name="Mélanie VIGNON" userId="S::mvignon@qwertys.fr::4654a747-616c-4bed-8e5f-7a4d5b6fcd4e" providerId="AD" clId="Web-{6DF3169F-8D50-D46B-E858-F077251963C3}"/>
    <pc:docChg chg="modSld">
      <pc:chgData name="Mélanie VIGNON" userId="S::mvignon@qwertys.fr::4654a747-616c-4bed-8e5f-7a4d5b6fcd4e" providerId="AD" clId="Web-{6DF3169F-8D50-D46B-E858-F077251963C3}" dt="2024-09-26T12:34:16.725" v="75" actId="20577"/>
      <pc:docMkLst>
        <pc:docMk/>
      </pc:docMkLst>
      <pc:sldChg chg="addSp delSp modSp">
        <pc:chgData name="Mélanie VIGNON" userId="S::mvignon@qwertys.fr::4654a747-616c-4bed-8e5f-7a4d5b6fcd4e" providerId="AD" clId="Web-{6DF3169F-8D50-D46B-E858-F077251963C3}" dt="2024-09-26T12:34:16.725" v="75" actId="20577"/>
        <pc:sldMkLst>
          <pc:docMk/>
          <pc:sldMk cId="2799833552" sldId="381"/>
        </pc:sldMkLst>
      </pc:sldChg>
    </pc:docChg>
  </pc:docChgLst>
  <pc:docChgLst>
    <pc:chgData name="Sophie OSMONT" userId="5fea8f1c-0f3a-481d-a962-1f07b848a953" providerId="ADAL" clId="{913E2D2B-B582-489C-B177-B58B71CCD8DF}"/>
    <pc:docChg chg="custSel modSld">
      <pc:chgData name="Sophie OSMONT" userId="5fea8f1c-0f3a-481d-a962-1f07b848a953" providerId="ADAL" clId="{913E2D2B-B582-489C-B177-B58B71CCD8DF}" dt="2025-09-01T09:04:45.872" v="87"/>
      <pc:docMkLst>
        <pc:docMk/>
      </pc:docMkLst>
      <pc:sldChg chg="modSp mod">
        <pc:chgData name="Sophie OSMONT" userId="5fea8f1c-0f3a-481d-a962-1f07b848a953" providerId="ADAL" clId="{913E2D2B-B582-489C-B177-B58B71CCD8DF}" dt="2025-09-01T09:00:59.266" v="1" actId="20577"/>
        <pc:sldMkLst>
          <pc:docMk/>
          <pc:sldMk cId="2529217930" sldId="256"/>
        </pc:sldMkLst>
      </pc:sldChg>
      <pc:sldChg chg="addSp modSp mod">
        <pc:chgData name="Sophie OSMONT" userId="5fea8f1c-0f3a-481d-a962-1f07b848a953" providerId="ADAL" clId="{913E2D2B-B582-489C-B177-B58B71CCD8DF}" dt="2025-09-01T09:01:20.411" v="7" actId="20577"/>
        <pc:sldMkLst>
          <pc:docMk/>
          <pc:sldMk cId="2382265234" sldId="257"/>
        </pc:sldMkLst>
      </pc:sldChg>
      <pc:sldChg chg="addSp modSp mod">
        <pc:chgData name="Sophie OSMONT" userId="5fea8f1c-0f3a-481d-a962-1f07b848a953" providerId="ADAL" clId="{913E2D2B-B582-489C-B177-B58B71CCD8DF}" dt="2025-09-01T09:04:15.403" v="79" actId="20577"/>
        <pc:sldMkLst>
          <pc:docMk/>
          <pc:sldMk cId="1170629517" sldId="324"/>
        </pc:sldMkLst>
      </pc:sldChg>
      <pc:sldChg chg="addSp modSp">
        <pc:chgData name="Sophie OSMONT" userId="5fea8f1c-0f3a-481d-a962-1f07b848a953" providerId="ADAL" clId="{913E2D2B-B582-489C-B177-B58B71CCD8DF}" dt="2025-09-01T09:01:39.991" v="19"/>
        <pc:sldMkLst>
          <pc:docMk/>
          <pc:sldMk cId="3084657619" sldId="344"/>
        </pc:sldMkLst>
      </pc:sldChg>
      <pc:sldChg chg="modSp mod">
        <pc:chgData name="Sophie OSMONT" userId="5fea8f1c-0f3a-481d-a962-1f07b848a953" providerId="ADAL" clId="{913E2D2B-B582-489C-B177-B58B71CCD8DF}" dt="2025-09-01T09:02:05.019" v="39" actId="20577"/>
        <pc:sldMkLst>
          <pc:docMk/>
          <pc:sldMk cId="81616537" sldId="348"/>
        </pc:sldMkLst>
      </pc:sldChg>
      <pc:sldChg chg="modSp mod">
        <pc:chgData name="Sophie OSMONT" userId="5fea8f1c-0f3a-481d-a962-1f07b848a953" providerId="ADAL" clId="{913E2D2B-B582-489C-B177-B58B71CCD8DF}" dt="2025-09-01T09:03:13.331" v="59" actId="20577"/>
        <pc:sldMkLst>
          <pc:docMk/>
          <pc:sldMk cId="88163607" sldId="349"/>
        </pc:sldMkLst>
      </pc:sldChg>
      <pc:sldChg chg="modSp mod">
        <pc:chgData name="Sophie OSMONT" userId="5fea8f1c-0f3a-481d-a962-1f07b848a953" providerId="ADAL" clId="{913E2D2B-B582-489C-B177-B58B71CCD8DF}" dt="2025-09-01T09:03:33.019" v="63" actId="20577"/>
        <pc:sldMkLst>
          <pc:docMk/>
          <pc:sldMk cId="819308942" sldId="350"/>
        </pc:sldMkLst>
      </pc:sldChg>
      <pc:sldChg chg="modSp mod">
        <pc:chgData name="Sophie OSMONT" userId="5fea8f1c-0f3a-481d-a962-1f07b848a953" providerId="ADAL" clId="{913E2D2B-B582-489C-B177-B58B71CCD8DF}" dt="2025-09-01T09:03:56.907" v="77" actId="20577"/>
        <pc:sldMkLst>
          <pc:docMk/>
          <pc:sldMk cId="1538797287" sldId="356"/>
        </pc:sldMkLst>
      </pc:sldChg>
      <pc:sldChg chg="addSp delSp modSp mod">
        <pc:chgData name="Sophie OSMONT" userId="5fea8f1c-0f3a-481d-a962-1f07b848a953" providerId="ADAL" clId="{913E2D2B-B582-489C-B177-B58B71CCD8DF}" dt="2025-09-01T09:04:45.872" v="87"/>
        <pc:sldMkLst>
          <pc:docMk/>
          <pc:sldMk cId="1317173696" sldId="357"/>
        </pc:sldMkLst>
      </pc:sldChg>
      <pc:sldChg chg="addSp modSp">
        <pc:chgData name="Sophie OSMONT" userId="5fea8f1c-0f3a-481d-a962-1f07b848a953" providerId="ADAL" clId="{913E2D2B-B582-489C-B177-B58B71CCD8DF}" dt="2025-09-01T09:01:51.359" v="32"/>
        <pc:sldMkLst>
          <pc:docMk/>
          <pc:sldMk cId="2437170341" sldId="368"/>
        </pc:sldMkLst>
      </pc:sldChg>
      <pc:sldChg chg="addSp modSp mod">
        <pc:chgData name="Sophie OSMONT" userId="5fea8f1c-0f3a-481d-a962-1f07b848a953" providerId="ADAL" clId="{913E2D2B-B582-489C-B177-B58B71CCD8DF}" dt="2025-09-01T09:02:34.810" v="49" actId="20577"/>
        <pc:sldMkLst>
          <pc:docMk/>
          <pc:sldMk cId="29165941" sldId="369"/>
        </pc:sldMkLst>
      </pc:sldChg>
      <pc:sldChg chg="addSp modSp">
        <pc:chgData name="Sophie OSMONT" userId="5fea8f1c-0f3a-481d-a962-1f07b848a953" providerId="ADAL" clId="{913E2D2B-B582-489C-B177-B58B71CCD8DF}" dt="2025-09-01T09:01:31.024" v="15"/>
        <pc:sldMkLst>
          <pc:docMk/>
          <pc:sldMk cId="1107592078" sldId="370"/>
        </pc:sldMkLst>
      </pc:sldChg>
      <pc:sldChg chg="addSp modSp mod">
        <pc:chgData name="Sophie OSMONT" userId="5fea8f1c-0f3a-481d-a962-1f07b848a953" providerId="ADAL" clId="{913E2D2B-B582-489C-B177-B58B71CCD8DF}" dt="2025-09-01T09:02:49.475" v="55" actId="20577"/>
        <pc:sldMkLst>
          <pc:docMk/>
          <pc:sldMk cId="375141945" sldId="371"/>
        </pc:sldMkLst>
      </pc:sldChg>
      <pc:sldChg chg="addSp modSp mod">
        <pc:chgData name="Sophie OSMONT" userId="5fea8f1c-0f3a-481d-a962-1f07b848a953" providerId="ADAL" clId="{913E2D2B-B582-489C-B177-B58B71CCD8DF}" dt="2025-09-01T09:03:41.371" v="67" actId="20577"/>
        <pc:sldMkLst>
          <pc:docMk/>
          <pc:sldMk cId="1640291265" sldId="375"/>
        </pc:sldMkLst>
      </pc:sldChg>
      <pc:sldChg chg="addSp modSp mod">
        <pc:chgData name="Sophie OSMONT" userId="5fea8f1c-0f3a-481d-a962-1f07b848a953" providerId="ADAL" clId="{913E2D2B-B582-489C-B177-B58B71CCD8DF}" dt="2025-09-01T09:03:52.778" v="75" actId="20577"/>
        <pc:sldMkLst>
          <pc:docMk/>
          <pc:sldMk cId="1602269077" sldId="377"/>
        </pc:sldMkLst>
      </pc:sldChg>
      <pc:sldChg chg="addSp modSp">
        <pc:chgData name="Sophie OSMONT" userId="5fea8f1c-0f3a-481d-a962-1f07b848a953" providerId="ADAL" clId="{913E2D2B-B582-489C-B177-B58B71CCD8DF}" dt="2025-09-01T09:01:52.536" v="33"/>
        <pc:sldMkLst>
          <pc:docMk/>
          <pc:sldMk cId="2554398661" sldId="378"/>
        </pc:sldMkLst>
      </pc:sldChg>
      <pc:sldChg chg="addSp modSp mod">
        <pc:chgData name="Sophie OSMONT" userId="5fea8f1c-0f3a-481d-a962-1f07b848a953" providerId="ADAL" clId="{913E2D2B-B582-489C-B177-B58B71CCD8DF}" dt="2025-09-01T09:04:18.852" v="81" actId="20577"/>
        <pc:sldMkLst>
          <pc:docMk/>
          <pc:sldMk cId="1744997145" sldId="379"/>
        </pc:sldMkLst>
      </pc:sldChg>
      <pc:sldChg chg="addSp modSp mod">
        <pc:chgData name="Sophie OSMONT" userId="5fea8f1c-0f3a-481d-a962-1f07b848a953" providerId="ADAL" clId="{913E2D2B-B582-489C-B177-B58B71CCD8DF}" dt="2025-09-01T09:04:22.276" v="83" actId="20577"/>
        <pc:sldMkLst>
          <pc:docMk/>
          <pc:sldMk cId="2587615644" sldId="380"/>
        </pc:sldMkLst>
      </pc:sldChg>
      <pc:sldChg chg="addSp modSp">
        <pc:chgData name="Sophie OSMONT" userId="5fea8f1c-0f3a-481d-a962-1f07b848a953" providerId="ADAL" clId="{913E2D2B-B582-489C-B177-B58B71CCD8DF}" dt="2025-09-01T09:01:40.568" v="20"/>
        <pc:sldMkLst>
          <pc:docMk/>
          <pc:sldMk cId="2799833552" sldId="381"/>
        </pc:sldMkLst>
      </pc:sldChg>
      <pc:sldChg chg="addSp modSp">
        <pc:chgData name="Sophie OSMONT" userId="5fea8f1c-0f3a-481d-a962-1f07b848a953" providerId="ADAL" clId="{913E2D2B-B582-489C-B177-B58B71CCD8DF}" dt="2025-09-01T09:01:41.281" v="21"/>
        <pc:sldMkLst>
          <pc:docMk/>
          <pc:sldMk cId="4084326131" sldId="382"/>
        </pc:sldMkLst>
      </pc:sldChg>
      <pc:sldChg chg="addSp modSp">
        <pc:chgData name="Sophie OSMONT" userId="5fea8f1c-0f3a-481d-a962-1f07b848a953" providerId="ADAL" clId="{913E2D2B-B582-489C-B177-B58B71CCD8DF}" dt="2025-09-01T09:01:42.479" v="23"/>
        <pc:sldMkLst>
          <pc:docMk/>
          <pc:sldMk cId="2758489527" sldId="385"/>
        </pc:sldMkLst>
      </pc:sldChg>
      <pc:sldChg chg="addSp modSp mod">
        <pc:chgData name="Sophie OSMONT" userId="5fea8f1c-0f3a-481d-a962-1f07b848a953" providerId="ADAL" clId="{913E2D2B-B582-489C-B177-B58B71CCD8DF}" dt="2025-09-01T09:02:22.539" v="43" actId="20577"/>
        <pc:sldMkLst>
          <pc:docMk/>
          <pc:sldMk cId="3058245608" sldId="387"/>
        </pc:sldMkLst>
      </pc:sldChg>
      <pc:sldChg chg="addSp modSp mod">
        <pc:chgData name="Sophie OSMONT" userId="5fea8f1c-0f3a-481d-a962-1f07b848a953" providerId="ADAL" clId="{913E2D2B-B582-489C-B177-B58B71CCD8DF}" dt="2025-09-01T09:02:27.634" v="45" actId="20577"/>
        <pc:sldMkLst>
          <pc:docMk/>
          <pc:sldMk cId="1428825380" sldId="389"/>
        </pc:sldMkLst>
      </pc:sldChg>
      <pc:sldChg chg="addSp modSp mod">
        <pc:chgData name="Sophie OSMONT" userId="5fea8f1c-0f3a-481d-a962-1f07b848a953" providerId="ADAL" clId="{913E2D2B-B582-489C-B177-B58B71CCD8DF}" dt="2025-09-01T09:02:41.453" v="53" actId="20577"/>
        <pc:sldMkLst>
          <pc:docMk/>
          <pc:sldMk cId="2413223325" sldId="390"/>
        </pc:sldMkLst>
      </pc:sldChg>
      <pc:sldChg chg="addSp modSp">
        <pc:chgData name="Sophie OSMONT" userId="5fea8f1c-0f3a-481d-a962-1f07b848a953" providerId="ADAL" clId="{913E2D2B-B582-489C-B177-B58B71CCD8DF}" dt="2025-09-01T09:01:32.785" v="16"/>
        <pc:sldMkLst>
          <pc:docMk/>
          <pc:sldMk cId="3177631128" sldId="391"/>
        </pc:sldMkLst>
      </pc:sldChg>
      <pc:sldChg chg="addSp modSp mod">
        <pc:chgData name="Sophie OSMONT" userId="5fea8f1c-0f3a-481d-a962-1f07b848a953" providerId="ADAL" clId="{913E2D2B-B582-489C-B177-B58B71CCD8DF}" dt="2025-09-01T09:02:51.500" v="57" actId="20577"/>
        <pc:sldMkLst>
          <pc:docMk/>
          <pc:sldMk cId="2051991281" sldId="392"/>
        </pc:sldMkLst>
      </pc:sldChg>
      <pc:sldChg chg="addSp modSp">
        <pc:chgData name="Sophie OSMONT" userId="5fea8f1c-0f3a-481d-a962-1f07b848a953" providerId="ADAL" clId="{913E2D2B-B582-489C-B177-B58B71CCD8DF}" dt="2025-09-01T09:01:41.927" v="22"/>
        <pc:sldMkLst>
          <pc:docMk/>
          <pc:sldMk cId="2152273612" sldId="393"/>
        </pc:sldMkLst>
      </pc:sldChg>
      <pc:sldChg chg="addSp modSp">
        <pc:chgData name="Sophie OSMONT" userId="5fea8f1c-0f3a-481d-a962-1f07b848a953" providerId="ADAL" clId="{913E2D2B-B582-489C-B177-B58B71CCD8DF}" dt="2025-09-01T09:01:43.911" v="24"/>
        <pc:sldMkLst>
          <pc:docMk/>
          <pc:sldMk cId="837532798" sldId="394"/>
        </pc:sldMkLst>
      </pc:sldChg>
      <pc:sldChg chg="addSp modSp mod">
        <pc:chgData name="Sophie OSMONT" userId="5fea8f1c-0f3a-481d-a962-1f07b848a953" providerId="ADAL" clId="{913E2D2B-B582-489C-B177-B58B71CCD8DF}" dt="2025-09-01T09:03:46.292" v="71" actId="20577"/>
        <pc:sldMkLst>
          <pc:docMk/>
          <pc:sldMk cId="167184334" sldId="395"/>
        </pc:sldMkLst>
      </pc:sldChg>
    </pc:docChg>
  </pc:docChgLst>
  <pc:docChgLst>
    <pc:chgData name="Marianne BRUSSET" userId="007a0be6-14ec-485f-ab47-f0a6b74bd6b2" providerId="ADAL" clId="{16F5BB51-F0CC-41EB-BAAC-0BE11F985B96}"/>
    <pc:docChg chg="undo custSel addSld delSld modSld">
      <pc:chgData name="Marianne BRUSSET" userId="007a0be6-14ec-485f-ab47-f0a6b74bd6b2" providerId="ADAL" clId="{16F5BB51-F0CC-41EB-BAAC-0BE11F985B96}" dt="2024-09-06T13:39:56.524" v="606" actId="47"/>
      <pc:docMkLst>
        <pc:docMk/>
      </pc:docMkLst>
      <pc:sldChg chg="addSp delSp del mod">
        <pc:chgData name="Marianne BRUSSET" userId="007a0be6-14ec-485f-ab47-f0a6b74bd6b2" providerId="ADAL" clId="{16F5BB51-F0CC-41EB-BAAC-0BE11F985B96}" dt="2024-09-06T13:39:56.524" v="606" actId="47"/>
        <pc:sldMkLst>
          <pc:docMk/>
          <pc:sldMk cId="3976707850" sldId="278"/>
        </pc:sldMkLst>
      </pc:sldChg>
      <pc:sldChg chg="del">
        <pc:chgData name="Marianne BRUSSET" userId="007a0be6-14ec-485f-ab47-f0a6b74bd6b2" providerId="ADAL" clId="{16F5BB51-F0CC-41EB-BAAC-0BE11F985B96}" dt="2024-09-06T12:49:25.428" v="145" actId="47"/>
        <pc:sldMkLst>
          <pc:docMk/>
          <pc:sldMk cId="752160974" sldId="282"/>
        </pc:sldMkLst>
      </pc:sldChg>
      <pc:sldChg chg="delSp modSp mod">
        <pc:chgData name="Marianne BRUSSET" userId="007a0be6-14ec-485f-ab47-f0a6b74bd6b2" providerId="ADAL" clId="{16F5BB51-F0CC-41EB-BAAC-0BE11F985B96}" dt="2024-09-06T13:06:53.235" v="605" actId="20577"/>
        <pc:sldMkLst>
          <pc:docMk/>
          <pc:sldMk cId="1053049620" sldId="285"/>
        </pc:sldMkLst>
      </pc:sldChg>
      <pc:sldChg chg="del">
        <pc:chgData name="Marianne BRUSSET" userId="007a0be6-14ec-485f-ab47-f0a6b74bd6b2" providerId="ADAL" clId="{16F5BB51-F0CC-41EB-BAAC-0BE11F985B96}" dt="2024-09-06T12:51:42.974" v="184" actId="47"/>
        <pc:sldMkLst>
          <pc:docMk/>
          <pc:sldMk cId="1031607536" sldId="296"/>
        </pc:sldMkLst>
      </pc:sldChg>
      <pc:sldChg chg="del">
        <pc:chgData name="Marianne BRUSSET" userId="007a0be6-14ec-485f-ab47-f0a6b74bd6b2" providerId="ADAL" clId="{16F5BB51-F0CC-41EB-BAAC-0BE11F985B96}" dt="2024-09-06T12:51:46.079" v="185" actId="47"/>
        <pc:sldMkLst>
          <pc:docMk/>
          <pc:sldMk cId="4265086537" sldId="297"/>
        </pc:sldMkLst>
      </pc:sldChg>
      <pc:sldChg chg="del">
        <pc:chgData name="Marianne BRUSSET" userId="007a0be6-14ec-485f-ab47-f0a6b74bd6b2" providerId="ADAL" clId="{16F5BB51-F0CC-41EB-BAAC-0BE11F985B96}" dt="2024-09-06T12:53:11.815" v="220" actId="47"/>
        <pc:sldMkLst>
          <pc:docMk/>
          <pc:sldMk cId="2080854293" sldId="305"/>
        </pc:sldMkLst>
      </pc:sldChg>
      <pc:sldChg chg="del">
        <pc:chgData name="Marianne BRUSSET" userId="007a0be6-14ec-485f-ab47-f0a6b74bd6b2" providerId="ADAL" clId="{16F5BB51-F0CC-41EB-BAAC-0BE11F985B96}" dt="2024-09-06T12:53:13.256" v="221" actId="47"/>
        <pc:sldMkLst>
          <pc:docMk/>
          <pc:sldMk cId="3061260109" sldId="306"/>
        </pc:sldMkLst>
      </pc:sldChg>
      <pc:sldChg chg="add del">
        <pc:chgData name="Marianne BRUSSET" userId="007a0be6-14ec-485f-ab47-f0a6b74bd6b2" providerId="ADAL" clId="{16F5BB51-F0CC-41EB-BAAC-0BE11F985B96}" dt="2024-09-06T12:53:20.660" v="224" actId="47"/>
        <pc:sldMkLst>
          <pc:docMk/>
          <pc:sldMk cId="3242983325" sldId="321"/>
        </pc:sldMkLst>
      </pc:sldChg>
      <pc:sldChg chg="del">
        <pc:chgData name="Marianne BRUSSET" userId="007a0be6-14ec-485f-ab47-f0a6b74bd6b2" providerId="ADAL" clId="{16F5BB51-F0CC-41EB-BAAC-0BE11F985B96}" dt="2024-09-06T12:53:21.210" v="225" actId="47"/>
        <pc:sldMkLst>
          <pc:docMk/>
          <pc:sldMk cId="2232196918" sldId="322"/>
        </pc:sldMkLst>
      </pc:sldChg>
      <pc:sldChg chg="addSp delSp modSp add mod">
        <pc:chgData name="Marianne BRUSSET" userId="007a0be6-14ec-485f-ab47-f0a6b74bd6b2" providerId="ADAL" clId="{16F5BB51-F0CC-41EB-BAAC-0BE11F985B96}" dt="2024-09-06T13:01:04.174" v="363" actId="20577"/>
        <pc:sldMkLst>
          <pc:docMk/>
          <pc:sldMk cId="3084657619" sldId="344"/>
        </pc:sldMkLst>
      </pc:sldChg>
      <pc:sldChg chg="modSp add mod">
        <pc:chgData name="Marianne BRUSSET" userId="007a0be6-14ec-485f-ab47-f0a6b74bd6b2" providerId="ADAL" clId="{16F5BB51-F0CC-41EB-BAAC-0BE11F985B96}" dt="2024-09-06T13:01:01.081" v="362" actId="20577"/>
        <pc:sldMkLst>
          <pc:docMk/>
          <pc:sldMk cId="2680917125" sldId="359"/>
        </pc:sldMkLst>
      </pc:sldChg>
      <pc:sldChg chg="modSp add mod">
        <pc:chgData name="Marianne BRUSSET" userId="007a0be6-14ec-485f-ab47-f0a6b74bd6b2" providerId="ADAL" clId="{16F5BB51-F0CC-41EB-BAAC-0BE11F985B96}" dt="2024-09-06T13:00:53.583" v="357" actId="20577"/>
        <pc:sldMkLst>
          <pc:docMk/>
          <pc:sldMk cId="3245124662" sldId="360"/>
        </pc:sldMkLst>
      </pc:sldChg>
      <pc:sldChg chg="modSp add mod">
        <pc:chgData name="Marianne BRUSSET" userId="007a0be6-14ec-485f-ab47-f0a6b74bd6b2" providerId="ADAL" clId="{16F5BB51-F0CC-41EB-BAAC-0BE11F985B96}" dt="2024-09-06T13:00:51.015" v="356" actId="20577"/>
        <pc:sldMkLst>
          <pc:docMk/>
          <pc:sldMk cId="2037915747" sldId="361"/>
        </pc:sldMkLst>
      </pc:sldChg>
      <pc:sldChg chg="modSp add mod">
        <pc:chgData name="Marianne BRUSSET" userId="007a0be6-14ec-485f-ab47-f0a6b74bd6b2" providerId="ADAL" clId="{16F5BB51-F0CC-41EB-BAAC-0BE11F985B96}" dt="2024-09-06T13:02:53.419" v="433" actId="20577"/>
        <pc:sldMkLst>
          <pc:docMk/>
          <pc:sldMk cId="1902991127" sldId="362"/>
        </pc:sldMkLst>
      </pc:sldChg>
    </pc:docChg>
  </pc:docChgLst>
  <pc:docChgLst>
    <pc:chgData name="Romane DELABY" userId="7aa1974b-4d95-406f-8bf1-01f42788115a" providerId="ADAL" clId="{63CC9430-0602-4883-A9A1-06065CF770F6}"/>
    <pc:docChg chg="undo custSel modSld">
      <pc:chgData name="Romane DELABY" userId="7aa1974b-4d95-406f-8bf1-01f42788115a" providerId="ADAL" clId="{63CC9430-0602-4883-A9A1-06065CF770F6}" dt="2025-10-06T10:17:37.093" v="647" actId="1076"/>
      <pc:docMkLst>
        <pc:docMk/>
      </pc:docMkLst>
      <pc:sldChg chg="delSp modSp mod">
        <pc:chgData name="Romane DELABY" userId="7aa1974b-4d95-406f-8bf1-01f42788115a" providerId="ADAL" clId="{63CC9430-0602-4883-A9A1-06065CF770F6}" dt="2025-10-06T10:01:30.352" v="318" actId="207"/>
        <pc:sldMkLst>
          <pc:docMk/>
          <pc:sldMk cId="2310637153" sldId="320"/>
        </pc:sldMkLst>
      </pc:sldChg>
      <pc:sldChg chg="addSp delSp modSp mod">
        <pc:chgData name="Romane DELABY" userId="7aa1974b-4d95-406f-8bf1-01f42788115a" providerId="ADAL" clId="{63CC9430-0602-4883-A9A1-06065CF770F6}" dt="2025-10-06T10:17:37.093" v="647" actId="1076"/>
        <pc:sldMkLst>
          <pc:docMk/>
          <pc:sldMk cId="1170629517" sldId="324"/>
        </pc:sldMkLst>
      </pc:sldChg>
      <pc:sldChg chg="addSp delSp modSp mod">
        <pc:chgData name="Romane DELABY" userId="7aa1974b-4d95-406f-8bf1-01f42788115a" providerId="ADAL" clId="{63CC9430-0602-4883-A9A1-06065CF770F6}" dt="2025-10-06T10:13:27.712" v="576" actId="20577"/>
        <pc:sldMkLst>
          <pc:docMk/>
          <pc:sldMk cId="2413223325" sldId="390"/>
        </pc:sldMkLst>
      </pc:sldChg>
    </pc:docChg>
  </pc:docChgLst>
  <pc:docChgLst>
    <pc:chgData name="Sophie OSMONT" userId="5fea8f1c-0f3a-481d-a962-1f07b848a953" providerId="ADAL" clId="{D7EC9D42-7B2B-4A31-BDFD-BB34F1354526}"/>
    <pc:docChg chg="undo custSel addSld delSld modSld modMainMaster">
      <pc:chgData name="Sophie OSMONT" userId="5fea8f1c-0f3a-481d-a962-1f07b848a953" providerId="ADAL" clId="{D7EC9D42-7B2B-4A31-BDFD-BB34F1354526}" dt="2024-10-23T09:43:57.331" v="1336" actId="1036"/>
      <pc:docMkLst>
        <pc:docMk/>
      </pc:docMkLst>
      <pc:sldChg chg="addSp delSp modSp mod modShow">
        <pc:chgData name="Sophie OSMONT" userId="5fea8f1c-0f3a-481d-a962-1f07b848a953" providerId="ADAL" clId="{D7EC9D42-7B2B-4A31-BDFD-BB34F1354526}" dt="2024-10-02T12:31:11.076" v="24" actId="729"/>
        <pc:sldMkLst>
          <pc:docMk/>
          <pc:sldMk cId="2529217930" sldId="256"/>
        </pc:sldMkLst>
      </pc:sldChg>
      <pc:sldChg chg="addSp delSp modSp mod">
        <pc:chgData name="Sophie OSMONT" userId="5fea8f1c-0f3a-481d-a962-1f07b848a953" providerId="ADAL" clId="{D7EC9D42-7B2B-4A31-BDFD-BB34F1354526}" dt="2024-10-02T12:46:19.677" v="233"/>
        <pc:sldMkLst>
          <pc:docMk/>
          <pc:sldMk cId="1053049620" sldId="285"/>
        </pc:sldMkLst>
      </pc:sldChg>
      <pc:sldChg chg="addSp delSp modSp mod">
        <pc:chgData name="Sophie OSMONT" userId="5fea8f1c-0f3a-481d-a962-1f07b848a953" providerId="ADAL" clId="{D7EC9D42-7B2B-4A31-BDFD-BB34F1354526}" dt="2024-10-02T12:46:32.358" v="245"/>
        <pc:sldMkLst>
          <pc:docMk/>
          <pc:sldMk cId="2234218884" sldId="314"/>
        </pc:sldMkLst>
      </pc:sldChg>
      <pc:sldChg chg="addSp delSp modSp mod">
        <pc:chgData name="Sophie OSMONT" userId="5fea8f1c-0f3a-481d-a962-1f07b848a953" providerId="ADAL" clId="{D7EC9D42-7B2B-4A31-BDFD-BB34F1354526}" dt="2024-10-15T09:44:38.835" v="1077" actId="166"/>
        <pc:sldMkLst>
          <pc:docMk/>
          <pc:sldMk cId="1170629517" sldId="324"/>
        </pc:sldMkLst>
      </pc:sldChg>
      <pc:sldChg chg="addSp delSp modSp mod">
        <pc:chgData name="Sophie OSMONT" userId="5fea8f1c-0f3a-481d-a962-1f07b848a953" providerId="ADAL" clId="{D7EC9D42-7B2B-4A31-BDFD-BB34F1354526}" dt="2024-10-02T12:46:14.802" v="228"/>
        <pc:sldMkLst>
          <pc:docMk/>
          <pc:sldMk cId="3084657619" sldId="344"/>
        </pc:sldMkLst>
      </pc:sldChg>
      <pc:sldChg chg="addSp delSp modSp del mod">
        <pc:chgData name="Sophie OSMONT" userId="5fea8f1c-0f3a-481d-a962-1f07b848a953" providerId="ADAL" clId="{D7EC9D42-7B2B-4A31-BDFD-BB34F1354526}" dt="2024-10-02T12:46:35.127" v="247" actId="47"/>
        <pc:sldMkLst>
          <pc:docMk/>
          <pc:sldMk cId="1923857876" sldId="347"/>
        </pc:sldMkLst>
      </pc:sldChg>
      <pc:sldChg chg="addSp delSp modSp mod">
        <pc:chgData name="Sophie OSMONT" userId="5fea8f1c-0f3a-481d-a962-1f07b848a953" providerId="ADAL" clId="{D7EC9D42-7B2B-4A31-BDFD-BB34F1354526}" dt="2024-10-23T09:42:48.147" v="1281" actId="1036"/>
        <pc:sldMkLst>
          <pc:docMk/>
          <pc:sldMk cId="2394012831" sldId="351"/>
        </pc:sldMkLst>
      </pc:sldChg>
      <pc:sldChg chg="addSp delSp modSp mod">
        <pc:chgData name="Sophie OSMONT" userId="5fea8f1c-0f3a-481d-a962-1f07b848a953" providerId="ADAL" clId="{D7EC9D42-7B2B-4A31-BDFD-BB34F1354526}" dt="2024-10-23T09:43:57.331" v="1336" actId="1036"/>
        <pc:sldMkLst>
          <pc:docMk/>
          <pc:sldMk cId="468071145" sldId="352"/>
        </pc:sldMkLst>
      </pc:sldChg>
      <pc:sldChg chg="addSp delSp modSp del mod">
        <pc:chgData name="Sophie OSMONT" userId="5fea8f1c-0f3a-481d-a962-1f07b848a953" providerId="ADAL" clId="{D7EC9D42-7B2B-4A31-BDFD-BB34F1354526}" dt="2024-10-02T12:46:26.633" v="241" actId="47"/>
        <pc:sldMkLst>
          <pc:docMk/>
          <pc:sldMk cId="1629518571" sldId="354"/>
        </pc:sldMkLst>
      </pc:sldChg>
      <pc:sldChg chg="addSp delSp modSp mod">
        <pc:chgData name="Sophie OSMONT" userId="5fea8f1c-0f3a-481d-a962-1f07b848a953" providerId="ADAL" clId="{D7EC9D42-7B2B-4A31-BDFD-BB34F1354526}" dt="2024-10-23T09:43:09.527" v="1297" actId="1036"/>
        <pc:sldMkLst>
          <pc:docMk/>
          <pc:sldMk cId="1921404796" sldId="355"/>
        </pc:sldMkLst>
      </pc:sldChg>
      <pc:sldChg chg="addSp delSp modSp del mod">
        <pc:chgData name="Sophie OSMONT" userId="5fea8f1c-0f3a-481d-a962-1f07b848a953" providerId="ADAL" clId="{D7EC9D42-7B2B-4A31-BDFD-BB34F1354526}" dt="2024-10-02T12:44:02.376" v="209" actId="47"/>
        <pc:sldMkLst>
          <pc:docMk/>
          <pc:sldMk cId="1557399496" sldId="358"/>
        </pc:sldMkLst>
      </pc:sldChg>
      <pc:sldChg chg="addSp delSp modSp mod">
        <pc:chgData name="Sophie OSMONT" userId="5fea8f1c-0f3a-481d-a962-1f07b848a953" providerId="ADAL" clId="{D7EC9D42-7B2B-4A31-BDFD-BB34F1354526}" dt="2024-10-02T12:46:30.282" v="243"/>
        <pc:sldMkLst>
          <pc:docMk/>
          <pc:sldMk cId="2437170341" sldId="368"/>
        </pc:sldMkLst>
      </pc:sldChg>
      <pc:sldChg chg="addSp delSp modSp mod">
        <pc:chgData name="Sophie OSMONT" userId="5fea8f1c-0f3a-481d-a962-1f07b848a953" providerId="ADAL" clId="{D7EC9D42-7B2B-4A31-BDFD-BB34F1354526}" dt="2024-10-23T08:36:47.147" v="1230" actId="6549"/>
        <pc:sldMkLst>
          <pc:docMk/>
          <pc:sldMk cId="1107592078" sldId="370"/>
        </pc:sldMkLst>
      </pc:sldChg>
      <pc:sldChg chg="addSp delSp modSp mod">
        <pc:chgData name="Sophie OSMONT" userId="5fea8f1c-0f3a-481d-a962-1f07b848a953" providerId="ADAL" clId="{D7EC9D42-7B2B-4A31-BDFD-BB34F1354526}" dt="2024-10-02T12:44:55.151" v="227"/>
        <pc:sldMkLst>
          <pc:docMk/>
          <pc:sldMk cId="375141945" sldId="371"/>
        </pc:sldMkLst>
      </pc:sldChg>
      <pc:sldChg chg="addSp delSp modSp mod">
        <pc:chgData name="Sophie OSMONT" userId="5fea8f1c-0f3a-481d-a962-1f07b848a953" providerId="ADAL" clId="{D7EC9D42-7B2B-4A31-BDFD-BB34F1354526}" dt="2024-10-23T09:42:50.533" v="1282" actId="1036"/>
        <pc:sldMkLst>
          <pc:docMk/>
          <pc:sldMk cId="1640291265" sldId="375"/>
        </pc:sldMkLst>
      </pc:sldChg>
      <pc:sldChg chg="addSp delSp modSp mod">
        <pc:chgData name="Sophie OSMONT" userId="5fea8f1c-0f3a-481d-a962-1f07b848a953" providerId="ADAL" clId="{D7EC9D42-7B2B-4A31-BDFD-BB34F1354526}" dt="2024-10-02T12:46:23.614" v="238"/>
        <pc:sldMkLst>
          <pc:docMk/>
          <pc:sldMk cId="590471690" sldId="376"/>
        </pc:sldMkLst>
      </pc:sldChg>
      <pc:sldChg chg="addSp delSp modSp mod">
        <pc:chgData name="Sophie OSMONT" userId="5fea8f1c-0f3a-481d-a962-1f07b848a953" providerId="ADAL" clId="{D7EC9D42-7B2B-4A31-BDFD-BB34F1354526}" dt="2024-10-23T09:43:27.934" v="1310" actId="1036"/>
        <pc:sldMkLst>
          <pc:docMk/>
          <pc:sldMk cId="1602269077" sldId="377"/>
        </pc:sldMkLst>
      </pc:sldChg>
      <pc:sldChg chg="addSp delSp modSp mod">
        <pc:chgData name="Sophie OSMONT" userId="5fea8f1c-0f3a-481d-a962-1f07b848a953" providerId="ADAL" clId="{D7EC9D42-7B2B-4A31-BDFD-BB34F1354526}" dt="2024-10-15T09:50:01.375" v="1131" actId="14100"/>
        <pc:sldMkLst>
          <pc:docMk/>
          <pc:sldMk cId="2554398661" sldId="378"/>
        </pc:sldMkLst>
      </pc:sldChg>
      <pc:sldChg chg="addSp delSp modSp mod">
        <pc:chgData name="Sophie OSMONT" userId="5fea8f1c-0f3a-481d-a962-1f07b848a953" providerId="ADAL" clId="{D7EC9D42-7B2B-4A31-BDFD-BB34F1354526}" dt="2024-10-02T12:46:36.527" v="248"/>
        <pc:sldMkLst>
          <pc:docMk/>
          <pc:sldMk cId="1744997145" sldId="379"/>
        </pc:sldMkLst>
      </pc:sldChg>
      <pc:sldChg chg="addSp delSp modSp mod">
        <pc:chgData name="Sophie OSMONT" userId="5fea8f1c-0f3a-481d-a962-1f07b848a953" providerId="ADAL" clId="{D7EC9D42-7B2B-4A31-BDFD-BB34F1354526}" dt="2024-10-02T12:46:37.486" v="249"/>
        <pc:sldMkLst>
          <pc:docMk/>
          <pc:sldMk cId="2587615644" sldId="380"/>
        </pc:sldMkLst>
      </pc:sldChg>
      <pc:sldChg chg="addSp delSp modSp mod">
        <pc:chgData name="Sophie OSMONT" userId="5fea8f1c-0f3a-481d-a962-1f07b848a953" providerId="ADAL" clId="{D7EC9D42-7B2B-4A31-BDFD-BB34F1354526}" dt="2024-10-02T12:46:15.589" v="229"/>
        <pc:sldMkLst>
          <pc:docMk/>
          <pc:sldMk cId="2799833552" sldId="381"/>
        </pc:sldMkLst>
      </pc:sldChg>
      <pc:sldChg chg="addSp delSp modSp mod">
        <pc:chgData name="Sophie OSMONT" userId="5fea8f1c-0f3a-481d-a962-1f07b848a953" providerId="ADAL" clId="{D7EC9D42-7B2B-4A31-BDFD-BB34F1354526}" dt="2024-10-02T12:46:16.501" v="230"/>
        <pc:sldMkLst>
          <pc:docMk/>
          <pc:sldMk cId="4084326131" sldId="382"/>
        </pc:sldMkLst>
      </pc:sldChg>
      <pc:sldChg chg="addSp delSp modSp mod">
        <pc:chgData name="Sophie OSMONT" userId="5fea8f1c-0f3a-481d-a962-1f07b848a953" providerId="ADAL" clId="{D7EC9D42-7B2B-4A31-BDFD-BB34F1354526}" dt="2024-10-02T12:46:17.554" v="231"/>
        <pc:sldMkLst>
          <pc:docMk/>
          <pc:sldMk cId="2666437202" sldId="383"/>
        </pc:sldMkLst>
      </pc:sldChg>
      <pc:sldChg chg="addSp delSp modSp del mod">
        <pc:chgData name="Sophie OSMONT" userId="5fea8f1c-0f3a-481d-a962-1f07b848a953" providerId="ADAL" clId="{D7EC9D42-7B2B-4A31-BDFD-BB34F1354526}" dt="2024-10-02T12:43:33.671" v="196" actId="47"/>
        <pc:sldMkLst>
          <pc:docMk/>
          <pc:sldMk cId="429208038" sldId="384"/>
        </pc:sldMkLst>
      </pc:sldChg>
      <pc:sldChg chg="addSp delSp modSp mod">
        <pc:chgData name="Sophie OSMONT" userId="5fea8f1c-0f3a-481d-a962-1f07b848a953" providerId="ADAL" clId="{D7EC9D42-7B2B-4A31-BDFD-BB34F1354526}" dt="2024-10-02T12:46:18.293" v="232"/>
        <pc:sldMkLst>
          <pc:docMk/>
          <pc:sldMk cId="2758489527" sldId="385"/>
        </pc:sldMkLst>
      </pc:sldChg>
      <pc:sldChg chg="addSp delSp modSp mod">
        <pc:chgData name="Sophie OSMONT" userId="5fea8f1c-0f3a-481d-a962-1f07b848a953" providerId="ADAL" clId="{D7EC9D42-7B2B-4A31-BDFD-BB34F1354526}" dt="2024-10-02T12:46:20.307" v="234"/>
        <pc:sldMkLst>
          <pc:docMk/>
          <pc:sldMk cId="63803191" sldId="386"/>
        </pc:sldMkLst>
      </pc:sldChg>
      <pc:sldChg chg="modSp add mod">
        <pc:chgData name="Sophie OSMONT" userId="5fea8f1c-0f3a-481d-a962-1f07b848a953" providerId="ADAL" clId="{D7EC9D42-7B2B-4A31-BDFD-BB34F1354526}" dt="2024-10-15T08:57:19.182" v="308" actId="20577"/>
        <pc:sldMkLst>
          <pc:docMk/>
          <pc:sldMk cId="3058245608" sldId="387"/>
        </pc:sldMkLst>
      </pc:sldChg>
      <pc:sldChg chg="modSp add mod">
        <pc:chgData name="Sophie OSMONT" userId="5fea8f1c-0f3a-481d-a962-1f07b848a953" providerId="ADAL" clId="{D7EC9D42-7B2B-4A31-BDFD-BB34F1354526}" dt="2024-10-15T09:02:19.112" v="310"/>
        <pc:sldMkLst>
          <pc:docMk/>
          <pc:sldMk cId="1723407599" sldId="388"/>
        </pc:sldMkLst>
      </pc:sldChg>
      <pc:sldChg chg="modSp add mod">
        <pc:chgData name="Sophie OSMONT" userId="5fea8f1c-0f3a-481d-a962-1f07b848a953" providerId="ADAL" clId="{D7EC9D42-7B2B-4A31-BDFD-BB34F1354526}" dt="2024-10-23T07:04:41.397" v="1187" actId="20577"/>
        <pc:sldMkLst>
          <pc:docMk/>
          <pc:sldMk cId="1428825380" sldId="389"/>
        </pc:sldMkLst>
      </pc:sldChg>
      <pc:sldChg chg="addSp delSp modSp add mod">
        <pc:chgData name="Sophie OSMONT" userId="5fea8f1c-0f3a-481d-a962-1f07b848a953" providerId="ADAL" clId="{D7EC9D42-7B2B-4A31-BDFD-BB34F1354526}" dt="2024-10-23T07:05:41.127" v="1199" actId="403"/>
        <pc:sldMkLst>
          <pc:docMk/>
          <pc:sldMk cId="2413223325" sldId="390"/>
        </pc:sldMkLst>
      </pc:sldChg>
      <pc:sldChg chg="delSp modSp add mod">
        <pc:chgData name="Sophie OSMONT" userId="5fea8f1c-0f3a-481d-a962-1f07b848a953" providerId="ADAL" clId="{D7EC9D42-7B2B-4A31-BDFD-BB34F1354526}" dt="2024-10-23T08:36:39.828" v="1227" actId="6549"/>
        <pc:sldMkLst>
          <pc:docMk/>
          <pc:sldMk cId="3177631128" sldId="391"/>
        </pc:sldMkLst>
      </pc:sldChg>
      <pc:sldChg chg="modSp add mod">
        <pc:chgData name="Sophie OSMONT" userId="5fea8f1c-0f3a-481d-a962-1f07b848a953" providerId="ADAL" clId="{D7EC9D42-7B2B-4A31-BDFD-BB34F1354526}" dt="2024-10-15T09:02:43.561" v="318"/>
        <pc:sldMkLst>
          <pc:docMk/>
          <pc:sldMk cId="2051991281" sldId="392"/>
        </pc:sldMkLst>
      </pc:sldChg>
      <pc:sldChg chg="modSp mod">
        <pc:chgData name="Sophie OSMONT" userId="5fea8f1c-0f3a-481d-a962-1f07b848a953" providerId="ADAL" clId="{D7EC9D42-7B2B-4A31-BDFD-BB34F1354526}" dt="2024-10-23T09:42:44.094" v="1279" actId="1035"/>
        <pc:sldMkLst>
          <pc:docMk/>
          <pc:sldMk cId="167184334" sldId="395"/>
        </pc:sldMkLst>
      </pc:sldChg>
      <pc:sldMasterChg chg="modSldLayout">
        <pc:chgData name="Sophie OSMONT" userId="5fea8f1c-0f3a-481d-a962-1f07b848a953" providerId="ADAL" clId="{D7EC9D42-7B2B-4A31-BDFD-BB34F1354526}" dt="2024-10-02T12:37:42.176" v="58" actId="478"/>
        <pc:sldMasterMkLst>
          <pc:docMk/>
          <pc:sldMasterMk cId="3934987881" sldId="2147483648"/>
        </pc:sldMasterMkLst>
        <pc:sldLayoutChg chg="addSp delSp modSp mod">
          <pc:chgData name="Sophie OSMONT" userId="5fea8f1c-0f3a-481d-a962-1f07b848a953" providerId="ADAL" clId="{D7EC9D42-7B2B-4A31-BDFD-BB34F1354526}" dt="2024-10-02T12:37:31.527" v="57" actId="478"/>
          <pc:sldLayoutMkLst>
            <pc:docMk/>
            <pc:sldMasterMk cId="3934987881" sldId="2147483648"/>
            <pc:sldLayoutMk cId="71988042" sldId="2147483649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7:42.176" v="58" actId="478"/>
          <pc:sldLayoutMkLst>
            <pc:docMk/>
            <pc:sldMasterMk cId="3934987881" sldId="2147483648"/>
            <pc:sldLayoutMk cId="1027392425" sldId="2147483650"/>
          </pc:sldLayoutMkLst>
        </pc:sldLayoutChg>
        <pc:sldLayoutChg chg="addSp modSp">
          <pc:chgData name="Sophie OSMONT" userId="5fea8f1c-0f3a-481d-a962-1f07b848a953" providerId="ADAL" clId="{D7EC9D42-7B2B-4A31-BDFD-BB34F1354526}" dt="2024-10-02T12:35:01.459" v="35"/>
          <pc:sldLayoutMkLst>
            <pc:docMk/>
            <pc:sldMasterMk cId="3934987881" sldId="2147483648"/>
            <pc:sldLayoutMk cId="4028358979" sldId="2147483651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7:21.349" v="55" actId="478"/>
          <pc:sldLayoutMkLst>
            <pc:docMk/>
            <pc:sldMasterMk cId="3934987881" sldId="2147483648"/>
            <pc:sldLayoutMk cId="593344436" sldId="2147483652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7:18.896" v="54" actId="478"/>
          <pc:sldLayoutMkLst>
            <pc:docMk/>
            <pc:sldMasterMk cId="3934987881" sldId="2147483648"/>
            <pc:sldLayoutMk cId="4130610517" sldId="2147483653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6:03.319" v="52" actId="478"/>
          <pc:sldLayoutMkLst>
            <pc:docMk/>
            <pc:sldMasterMk cId="3934987881" sldId="2147483648"/>
            <pc:sldLayoutMk cId="1169156271" sldId="2147483654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5:49.009" v="51" actId="478"/>
          <pc:sldLayoutMkLst>
            <pc:docMk/>
            <pc:sldMasterMk cId="3934987881" sldId="2147483648"/>
            <pc:sldLayoutMk cId="1432464509" sldId="2147483655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5:45.846" v="50" actId="478"/>
          <pc:sldLayoutMkLst>
            <pc:docMk/>
            <pc:sldMasterMk cId="3934987881" sldId="2147483648"/>
            <pc:sldLayoutMk cId="2868688642" sldId="2147483656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5:43.830" v="49" actId="478"/>
          <pc:sldLayoutMkLst>
            <pc:docMk/>
            <pc:sldMasterMk cId="3934987881" sldId="2147483648"/>
            <pc:sldLayoutMk cId="1267664882" sldId="2147483657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5:41.504" v="48" actId="478"/>
          <pc:sldLayoutMkLst>
            <pc:docMk/>
            <pc:sldMasterMk cId="3934987881" sldId="2147483648"/>
            <pc:sldLayoutMk cId="2714789882" sldId="2147483658"/>
          </pc:sldLayoutMkLst>
        </pc:sldLayoutChg>
        <pc:sldLayoutChg chg="addSp delSp modSp mod">
          <pc:chgData name="Sophie OSMONT" userId="5fea8f1c-0f3a-481d-a962-1f07b848a953" providerId="ADAL" clId="{D7EC9D42-7B2B-4A31-BDFD-BB34F1354526}" dt="2024-10-02T12:35:39.190" v="47" actId="478"/>
          <pc:sldLayoutMkLst>
            <pc:docMk/>
            <pc:sldMasterMk cId="3934987881" sldId="2147483648"/>
            <pc:sldLayoutMk cId="1879797444" sldId="2147483659"/>
          </pc:sldLayoutMkLst>
        </pc:sldLayoutChg>
      </pc:sldMasterChg>
    </pc:docChg>
  </pc:docChgLst>
  <pc:docChgLst>
    <pc:chgData name="Pierre FLAMBARD" userId="544d583f-f517-4468-be99-27d6182cb95b" providerId="ADAL" clId="{73E33C18-F85D-48A0-8516-1F5167717778}"/>
    <pc:docChg chg="undo custSel modSld">
      <pc:chgData name="Pierre FLAMBARD" userId="544d583f-f517-4468-be99-27d6182cb95b" providerId="ADAL" clId="{73E33C18-F85D-48A0-8516-1F5167717778}" dt="2024-09-23T10:27:18.761" v="421" actId="20577"/>
      <pc:docMkLst>
        <pc:docMk/>
      </pc:docMkLst>
      <pc:sldChg chg="addSp delSp modSp mod">
        <pc:chgData name="Pierre FLAMBARD" userId="544d583f-f517-4468-be99-27d6182cb95b" providerId="ADAL" clId="{73E33C18-F85D-48A0-8516-1F5167717778}" dt="2024-09-23T10:27:18.761" v="421" actId="20577"/>
        <pc:sldMkLst>
          <pc:docMk/>
          <pc:sldMk cId="1923857876" sldId="347"/>
        </pc:sldMkLst>
      </pc:sldChg>
      <pc:sldChg chg="addSp delSp modSp mod">
        <pc:chgData name="Pierre FLAMBARD" userId="544d583f-f517-4468-be99-27d6182cb95b" providerId="ADAL" clId="{73E33C18-F85D-48A0-8516-1F5167717778}" dt="2024-09-23T10:03:53.415" v="284" actId="20577"/>
        <pc:sldMkLst>
          <pc:docMk/>
          <pc:sldMk cId="1557399496" sldId="358"/>
        </pc:sldMkLst>
      </pc:sldChg>
    </pc:docChg>
  </pc:docChgLst>
  <pc:docChgLst>
    <pc:chgData name="Ashley DJEDJE" userId="1f61ad61-9a6a-4a78-b786-9e744a9a88e7" providerId="ADAL" clId="{BB7B9506-A222-460A-95A0-EBBF231AC523}"/>
    <pc:docChg chg="custSel modSld">
      <pc:chgData name="Ashley DJEDJE" userId="1f61ad61-9a6a-4a78-b786-9e744a9a88e7" providerId="ADAL" clId="{BB7B9506-A222-460A-95A0-EBBF231AC523}" dt="2024-09-05T10:23:10.757" v="350" actId="113"/>
      <pc:docMkLst>
        <pc:docMk/>
      </pc:docMkLst>
      <pc:sldChg chg="delSp modSp mod">
        <pc:chgData name="Ashley DJEDJE" userId="1f61ad61-9a6a-4a78-b786-9e744a9a88e7" providerId="ADAL" clId="{BB7B9506-A222-460A-95A0-EBBF231AC523}" dt="2024-09-05T10:12:50.655" v="258" actId="207"/>
        <pc:sldMkLst>
          <pc:docMk/>
          <pc:sldMk cId="2394012831" sldId="351"/>
        </pc:sldMkLst>
      </pc:sldChg>
      <pc:sldChg chg="delSp modSp mod">
        <pc:chgData name="Ashley DJEDJE" userId="1f61ad61-9a6a-4a78-b786-9e744a9a88e7" providerId="ADAL" clId="{BB7B9506-A222-460A-95A0-EBBF231AC523}" dt="2024-09-05T10:16:00.015" v="347" actId="113"/>
        <pc:sldMkLst>
          <pc:docMk/>
          <pc:sldMk cId="468071145" sldId="352"/>
        </pc:sldMkLst>
      </pc:sldChg>
      <pc:sldChg chg="delSp modSp mod">
        <pc:chgData name="Ashley DJEDJE" userId="1f61ad61-9a6a-4a78-b786-9e744a9a88e7" providerId="ADAL" clId="{BB7B9506-A222-460A-95A0-EBBF231AC523}" dt="2024-09-05T10:23:02.702" v="348" actId="113"/>
        <pc:sldMkLst>
          <pc:docMk/>
          <pc:sldMk cId="2622759059" sldId="353"/>
        </pc:sldMkLst>
      </pc:sldChg>
      <pc:sldChg chg="delSp modSp mod">
        <pc:chgData name="Ashley DJEDJE" userId="1f61ad61-9a6a-4a78-b786-9e744a9a88e7" providerId="ADAL" clId="{BB7B9506-A222-460A-95A0-EBBF231AC523}" dt="2024-09-05T10:23:06.413" v="349" actId="113"/>
        <pc:sldMkLst>
          <pc:docMk/>
          <pc:sldMk cId="1629518571" sldId="354"/>
        </pc:sldMkLst>
      </pc:sldChg>
      <pc:sldChg chg="delSp modSp mod">
        <pc:chgData name="Ashley DJEDJE" userId="1f61ad61-9a6a-4a78-b786-9e744a9a88e7" providerId="ADAL" clId="{BB7B9506-A222-460A-95A0-EBBF231AC523}" dt="2024-09-05T10:23:10.757" v="350" actId="113"/>
        <pc:sldMkLst>
          <pc:docMk/>
          <pc:sldMk cId="1921404796" sldId="355"/>
        </pc:sldMkLst>
      </pc:sldChg>
    </pc:docChg>
  </pc:docChgLst>
  <pc:docChgLst>
    <pc:chgData name="Josué Hunter TURENNE" userId="6ec2c60d-0a8d-4851-a102-acd1a26d9a5d" providerId="ADAL" clId="{96952FC6-D7A9-4389-B35E-3E6E1439A843}"/>
    <pc:docChg chg="undo redo custSel addSld modSld">
      <pc:chgData name="Josué Hunter TURENNE" userId="6ec2c60d-0a8d-4851-a102-acd1a26d9a5d" providerId="ADAL" clId="{96952FC6-D7A9-4389-B35E-3E6E1439A843}" dt="2025-10-14T08:21:16.415" v="471" actId="20577"/>
      <pc:docMkLst>
        <pc:docMk/>
      </pc:docMkLst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1318436630" sldId="295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2310637153" sldId="320"/>
        </pc:sldMkLst>
      </pc:sldChg>
      <pc:sldChg chg="delSp modSp mod">
        <pc:chgData name="Josué Hunter TURENNE" userId="6ec2c60d-0a8d-4851-a102-acd1a26d9a5d" providerId="ADAL" clId="{96952FC6-D7A9-4389-B35E-3E6E1439A843}" dt="2025-10-14T08:02:14.615" v="343" actId="20577"/>
        <pc:sldMkLst>
          <pc:docMk/>
          <pc:sldMk cId="2394012831" sldId="351"/>
        </pc:sldMkLst>
      </pc:sldChg>
      <pc:sldChg chg="addSp delSp modSp mod">
        <pc:chgData name="Josué Hunter TURENNE" userId="6ec2c60d-0a8d-4851-a102-acd1a26d9a5d" providerId="ADAL" clId="{96952FC6-D7A9-4389-B35E-3E6E1439A843}" dt="2025-10-14T08:07:03.688" v="401" actId="20577"/>
        <pc:sldMkLst>
          <pc:docMk/>
          <pc:sldMk cId="468071145" sldId="352"/>
        </pc:sldMkLst>
      </pc:sldChg>
      <pc:sldChg chg="delSp modSp mod">
        <pc:chgData name="Josué Hunter TURENNE" userId="6ec2c60d-0a8d-4851-a102-acd1a26d9a5d" providerId="ADAL" clId="{96952FC6-D7A9-4389-B35E-3E6E1439A843}" dt="2025-10-14T08:21:16.415" v="471" actId="20577"/>
        <pc:sldMkLst>
          <pc:docMk/>
          <pc:sldMk cId="1921404796" sldId="355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1664424328" sldId="367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29165941" sldId="369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1107592078" sldId="370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375141945" sldId="371"/>
        </pc:sldMkLst>
      </pc:sldChg>
      <pc:sldChg chg="addSp delSp modSp mod">
        <pc:chgData name="Josué Hunter TURENNE" userId="6ec2c60d-0a8d-4851-a102-acd1a26d9a5d" providerId="ADAL" clId="{96952FC6-D7A9-4389-B35E-3E6E1439A843}" dt="2025-10-14T08:02:21.988" v="357" actId="20577"/>
        <pc:sldMkLst>
          <pc:docMk/>
          <pc:sldMk cId="1640291265" sldId="375"/>
        </pc:sldMkLst>
      </pc:sldChg>
      <pc:sldChg chg="delSp modSp mod">
        <pc:chgData name="Josué Hunter TURENNE" userId="6ec2c60d-0a8d-4851-a102-acd1a26d9a5d" providerId="ADAL" clId="{96952FC6-D7A9-4389-B35E-3E6E1439A843}" dt="2025-10-14T08:06:16.848" v="400" actId="20577"/>
        <pc:sldMkLst>
          <pc:docMk/>
          <pc:sldMk cId="1602269077" sldId="377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3058245608" sldId="387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1428825380" sldId="389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2413223325" sldId="390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2051991281" sldId="392"/>
        </pc:sldMkLst>
      </pc:sldChg>
      <pc:sldChg chg="delSp modSp mod">
        <pc:chgData name="Josué Hunter TURENNE" userId="6ec2c60d-0a8d-4851-a102-acd1a26d9a5d" providerId="ADAL" clId="{96952FC6-D7A9-4389-B35E-3E6E1439A843}" dt="2025-10-14T08:02:08.112" v="331" actId="20577"/>
        <pc:sldMkLst>
          <pc:docMk/>
          <pc:sldMk cId="167184334" sldId="395"/>
        </pc:sldMkLst>
      </pc:sldChg>
      <pc:sldChg chg="modSp">
        <pc:chgData name="Josué Hunter TURENNE" userId="6ec2c60d-0a8d-4851-a102-acd1a26d9a5d" providerId="ADAL" clId="{96952FC6-D7A9-4389-B35E-3E6E1439A843}" dt="2025-10-13T15:30:05.534" v="47"/>
        <pc:sldMkLst>
          <pc:docMk/>
          <pc:sldMk cId="4168885829" sldId="396"/>
        </pc:sldMkLst>
      </pc:sldChg>
      <pc:sldChg chg="modSp add mod">
        <pc:chgData name="Josué Hunter TURENNE" userId="6ec2c60d-0a8d-4851-a102-acd1a26d9a5d" providerId="ADAL" clId="{96952FC6-D7A9-4389-B35E-3E6E1439A843}" dt="2025-10-14T08:19:55.765" v="467" actId="207"/>
        <pc:sldMkLst>
          <pc:docMk/>
          <pc:sldMk cId="4195331918" sldId="397"/>
        </pc:sldMkLst>
      </pc:sldChg>
      <pc:sldChg chg="add">
        <pc:chgData name="Josué Hunter TURENNE" userId="6ec2c60d-0a8d-4851-a102-acd1a26d9a5d" providerId="ADAL" clId="{96952FC6-D7A9-4389-B35E-3E6E1439A843}" dt="2025-10-14T08:20:06.249" v="468" actId="2890"/>
        <pc:sldMkLst>
          <pc:docMk/>
          <pc:sldMk cId="1881272027" sldId="398"/>
        </pc:sldMkLst>
      </pc:sldChg>
    </pc:docChg>
  </pc:docChgLst>
  <pc:docChgLst>
    <pc:chgData name="Marianne BRUSSET" userId="007a0be6-14ec-485f-ab47-f0a6b74bd6b2" providerId="ADAL" clId="{B9FA3599-3EC4-4153-AE7C-E5AC8D554C24}"/>
    <pc:docChg chg="undo custSel addSld delSld modSld sldOrd">
      <pc:chgData name="Marianne BRUSSET" userId="007a0be6-14ec-485f-ab47-f0a6b74bd6b2" providerId="ADAL" clId="{B9FA3599-3EC4-4153-AE7C-E5AC8D554C24}" dt="2024-09-26T10:12:20.259" v="925" actId="1035"/>
      <pc:docMkLst>
        <pc:docMk/>
      </pc:docMkLst>
      <pc:sldChg chg="delSp modSp mod">
        <pc:chgData name="Marianne BRUSSET" userId="007a0be6-14ec-485f-ab47-f0a6b74bd6b2" providerId="ADAL" clId="{B9FA3599-3EC4-4153-AE7C-E5AC8D554C24}" dt="2024-09-26T10:10:56.948" v="896" actId="20577"/>
        <pc:sldMkLst>
          <pc:docMk/>
          <pc:sldMk cId="1053049620" sldId="285"/>
        </pc:sldMkLst>
      </pc:sldChg>
      <pc:sldChg chg="addSp delSp modSp mod">
        <pc:chgData name="Marianne BRUSSET" userId="007a0be6-14ec-485f-ab47-f0a6b74bd6b2" providerId="ADAL" clId="{B9FA3599-3EC4-4153-AE7C-E5AC8D554C24}" dt="2024-09-26T09:56:18.640" v="207" actId="1076"/>
        <pc:sldMkLst>
          <pc:docMk/>
          <pc:sldMk cId="3084657619" sldId="344"/>
        </pc:sldMkLst>
      </pc:sldChg>
      <pc:sldChg chg="delSp del mod">
        <pc:chgData name="Marianne BRUSSET" userId="007a0be6-14ec-485f-ab47-f0a6b74bd6b2" providerId="ADAL" clId="{B9FA3599-3EC4-4153-AE7C-E5AC8D554C24}" dt="2024-09-26T09:56:05.398" v="204" actId="47"/>
        <pc:sldMkLst>
          <pc:docMk/>
          <pc:sldMk cId="2611858937" sldId="363"/>
        </pc:sldMkLst>
      </pc:sldChg>
      <pc:sldChg chg="del">
        <pc:chgData name="Marianne BRUSSET" userId="007a0be6-14ec-485f-ab47-f0a6b74bd6b2" providerId="ADAL" clId="{B9FA3599-3EC4-4153-AE7C-E5AC8D554C24}" dt="2024-09-26T09:57:40.343" v="216" actId="47"/>
        <pc:sldMkLst>
          <pc:docMk/>
          <pc:sldMk cId="1244806909" sldId="365"/>
        </pc:sldMkLst>
      </pc:sldChg>
      <pc:sldChg chg="del">
        <pc:chgData name="Marianne BRUSSET" userId="007a0be6-14ec-485f-ab47-f0a6b74bd6b2" providerId="ADAL" clId="{B9FA3599-3EC4-4153-AE7C-E5AC8D554C24}" dt="2024-09-26T09:58:17.049" v="229" actId="47"/>
        <pc:sldMkLst>
          <pc:docMk/>
          <pc:sldMk cId="1635296812" sldId="366"/>
        </pc:sldMkLst>
      </pc:sldChg>
      <pc:sldChg chg="delSp del mod">
        <pc:chgData name="Marianne BRUSSET" userId="007a0be6-14ec-485f-ab47-f0a6b74bd6b2" providerId="ADAL" clId="{B9FA3599-3EC4-4153-AE7C-E5AC8D554C24}" dt="2024-09-26T09:53:06.105" v="166" actId="47"/>
        <pc:sldMkLst>
          <pc:docMk/>
          <pc:sldMk cId="782505049" sldId="372"/>
        </pc:sldMkLst>
      </pc:sldChg>
      <pc:sldChg chg="del">
        <pc:chgData name="Marianne BRUSSET" userId="007a0be6-14ec-485f-ab47-f0a6b74bd6b2" providerId="ADAL" clId="{B9FA3599-3EC4-4153-AE7C-E5AC8D554C24}" dt="2024-09-26T09:58:48.251" v="264" actId="47"/>
        <pc:sldMkLst>
          <pc:docMk/>
          <pc:sldMk cId="3051362023" sldId="373"/>
        </pc:sldMkLst>
      </pc:sldChg>
      <pc:sldChg chg="del">
        <pc:chgData name="Marianne BRUSSET" userId="007a0be6-14ec-485f-ab47-f0a6b74bd6b2" providerId="ADAL" clId="{B9FA3599-3EC4-4153-AE7C-E5AC8D554C24}" dt="2024-09-26T09:58:49.741" v="265" actId="47"/>
        <pc:sldMkLst>
          <pc:docMk/>
          <pc:sldMk cId="2791037617" sldId="374"/>
        </pc:sldMkLst>
      </pc:sldChg>
      <pc:sldChg chg="addSp delSp modSp add mod">
        <pc:chgData name="Marianne BRUSSET" userId="007a0be6-14ec-485f-ab47-f0a6b74bd6b2" providerId="ADAL" clId="{B9FA3599-3EC4-4153-AE7C-E5AC8D554C24}" dt="2024-09-26T09:56:23.842" v="209"/>
        <pc:sldMkLst>
          <pc:docMk/>
          <pc:sldMk cId="2799833552" sldId="381"/>
        </pc:sldMkLst>
      </pc:sldChg>
      <pc:sldChg chg="addSp delSp modSp add mod ord">
        <pc:chgData name="Marianne BRUSSET" userId="007a0be6-14ec-485f-ab47-f0a6b74bd6b2" providerId="ADAL" clId="{B9FA3599-3EC4-4153-AE7C-E5AC8D554C24}" dt="2024-09-26T09:57:33.079" v="215"/>
        <pc:sldMkLst>
          <pc:docMk/>
          <pc:sldMk cId="4084326131" sldId="382"/>
        </pc:sldMkLst>
      </pc:sldChg>
      <pc:sldChg chg="delSp modSp add mod">
        <pc:chgData name="Marianne BRUSSET" userId="007a0be6-14ec-485f-ab47-f0a6b74bd6b2" providerId="ADAL" clId="{B9FA3599-3EC4-4153-AE7C-E5AC8D554C24}" dt="2024-09-26T10:05:31.542" v="510" actId="20577"/>
        <pc:sldMkLst>
          <pc:docMk/>
          <pc:sldMk cId="2666437202" sldId="383"/>
        </pc:sldMkLst>
      </pc:sldChg>
      <pc:sldChg chg="addSp delSp modSp add mod">
        <pc:chgData name="Marianne BRUSSET" userId="007a0be6-14ec-485f-ab47-f0a6b74bd6b2" providerId="ADAL" clId="{B9FA3599-3EC4-4153-AE7C-E5AC8D554C24}" dt="2024-09-26T10:12:03.576" v="916" actId="1035"/>
        <pc:sldMkLst>
          <pc:docMk/>
          <pc:sldMk cId="429208038" sldId="384"/>
        </pc:sldMkLst>
      </pc:sldChg>
      <pc:sldChg chg="addSp delSp modSp add mod">
        <pc:chgData name="Marianne BRUSSET" userId="007a0be6-14ec-485f-ab47-f0a6b74bd6b2" providerId="ADAL" clId="{B9FA3599-3EC4-4153-AE7C-E5AC8D554C24}" dt="2024-09-26T10:02:07.568" v="396" actId="1076"/>
        <pc:sldMkLst>
          <pc:docMk/>
          <pc:sldMk cId="2758489527" sldId="385"/>
        </pc:sldMkLst>
      </pc:sldChg>
      <pc:sldChg chg="delSp modSp add mod">
        <pc:chgData name="Marianne BRUSSET" userId="007a0be6-14ec-485f-ab47-f0a6b74bd6b2" providerId="ADAL" clId="{B9FA3599-3EC4-4153-AE7C-E5AC8D554C24}" dt="2024-09-26T10:12:20.259" v="925" actId="1035"/>
        <pc:sldMkLst>
          <pc:docMk/>
          <pc:sldMk cId="63803191" sldId="386"/>
        </pc:sldMkLst>
      </pc:sldChg>
    </pc:docChg>
  </pc:docChgLst>
  <pc:docChgLst>
    <pc:chgData name="Ashley DJEDJE" userId="1f61ad61-9a6a-4a78-b786-9e744a9a88e7" providerId="ADAL" clId="{B5EBADE9-78C3-4FA5-97E1-8833FFC387BC}"/>
    <pc:docChg chg="undo custSel addSld delSld modSld">
      <pc:chgData name="Ashley DJEDJE" userId="1f61ad61-9a6a-4a78-b786-9e744a9a88e7" providerId="ADAL" clId="{B5EBADE9-78C3-4FA5-97E1-8833FFC387BC}" dt="2024-09-17T09:03:49.300" v="289" actId="20577"/>
      <pc:docMkLst>
        <pc:docMk/>
      </pc:docMkLst>
      <pc:sldChg chg="delSp modSp mod">
        <pc:chgData name="Ashley DJEDJE" userId="1f61ad61-9a6a-4a78-b786-9e744a9a88e7" providerId="ADAL" clId="{B5EBADE9-78C3-4FA5-97E1-8833FFC387BC}" dt="2024-09-17T08:07:55.274" v="238" actId="20577"/>
        <pc:sldMkLst>
          <pc:docMk/>
          <pc:sldMk cId="2394012831" sldId="351"/>
        </pc:sldMkLst>
      </pc:sldChg>
      <pc:sldChg chg="delSp modSp mod">
        <pc:chgData name="Ashley DJEDJE" userId="1f61ad61-9a6a-4a78-b786-9e744a9a88e7" providerId="ADAL" clId="{B5EBADE9-78C3-4FA5-97E1-8833FFC387BC}" dt="2024-09-17T08:07:49.487" v="236" actId="20577"/>
        <pc:sldMkLst>
          <pc:docMk/>
          <pc:sldMk cId="468071145" sldId="352"/>
        </pc:sldMkLst>
      </pc:sldChg>
      <pc:sldChg chg="delSp modSp mod">
        <pc:chgData name="Ashley DJEDJE" userId="1f61ad61-9a6a-4a78-b786-9e744a9a88e7" providerId="ADAL" clId="{B5EBADE9-78C3-4FA5-97E1-8833FFC387BC}" dt="2024-09-17T09:03:49.300" v="289" actId="20577"/>
        <pc:sldMkLst>
          <pc:docMk/>
          <pc:sldMk cId="1629518571" sldId="354"/>
        </pc:sldMkLst>
      </pc:sldChg>
      <pc:sldChg chg="delSp modSp add del mod">
        <pc:chgData name="Ashley DJEDJE" userId="1f61ad61-9a6a-4a78-b786-9e744a9a88e7" providerId="ADAL" clId="{B5EBADE9-78C3-4FA5-97E1-8833FFC387BC}" dt="2024-09-17T09:03:40.265" v="265" actId="20577"/>
        <pc:sldMkLst>
          <pc:docMk/>
          <pc:sldMk cId="1921404796" sldId="355"/>
        </pc:sldMkLst>
      </pc:sldChg>
    </pc:docChg>
  </pc:docChgLst>
  <pc:docChgLst>
    <pc:chgData name="Lea REMAUD" userId="f18a970a-316c-4b0f-9243-1686549d33ee" providerId="ADAL" clId="{B9EF1203-81F4-4C4A-AE04-E5E5E847F1A8}"/>
    <pc:docChg chg="undo custSel modSld">
      <pc:chgData name="Lea REMAUD" userId="f18a970a-316c-4b0f-9243-1686549d33ee" providerId="ADAL" clId="{B9EF1203-81F4-4C4A-AE04-E5E5E847F1A8}" dt="2024-09-06T15:45:56.352" v="687" actId="207"/>
      <pc:docMkLst>
        <pc:docMk/>
      </pc:docMkLst>
      <pc:sldChg chg="addSp delSp modSp mod">
        <pc:chgData name="Lea REMAUD" userId="f18a970a-316c-4b0f-9243-1686549d33ee" providerId="ADAL" clId="{B9EF1203-81F4-4C4A-AE04-E5E5E847F1A8}" dt="2024-09-06T15:45:56.352" v="687" actId="207"/>
        <pc:sldMkLst>
          <pc:docMk/>
          <pc:sldMk cId="3734682091" sldId="258"/>
        </pc:sldMkLst>
      </pc:sldChg>
      <pc:sldChg chg="addSp delSp modSp mod">
        <pc:chgData name="Lea REMAUD" userId="f18a970a-316c-4b0f-9243-1686549d33ee" providerId="ADAL" clId="{B9EF1203-81F4-4C4A-AE04-E5E5E847F1A8}" dt="2024-09-06T15:40:15.834" v="589" actId="20577"/>
        <pc:sldMkLst>
          <pc:docMk/>
          <pc:sldMk cId="1634806256" sldId="312"/>
        </pc:sldMkLst>
      </pc:sldChg>
    </pc:docChg>
  </pc:docChgLst>
  <pc:docChgLst>
    <pc:chgData name="Mélie BOISSÉ" userId="c35deb71-7bb5-4d53-b84d-bcf9d14860d6" providerId="ADAL" clId="{0AFCE817-EAE1-526F-BC45-3795B9161A65}"/>
    <pc:docChg chg="undo custSel modSld">
      <pc:chgData name="Mélie BOISSÉ" userId="c35deb71-7bb5-4d53-b84d-bcf9d14860d6" providerId="ADAL" clId="{0AFCE817-EAE1-526F-BC45-3795B9161A65}" dt="2025-10-06T09:32:15.357" v="749" actId="20577"/>
      <pc:docMkLst>
        <pc:docMk/>
      </pc:docMkLst>
      <pc:sldChg chg="delSp modSp mod">
        <pc:chgData name="Mélie BOISSÉ" userId="c35deb71-7bb5-4d53-b84d-bcf9d14860d6" providerId="ADAL" clId="{0AFCE817-EAE1-526F-BC45-3795B9161A65}" dt="2025-10-06T08:59:48.748" v="265" actId="207"/>
        <pc:sldMkLst>
          <pc:docMk/>
          <pc:sldMk cId="1318436630" sldId="295"/>
        </pc:sldMkLst>
      </pc:sldChg>
      <pc:sldChg chg="addSp delSp modSp mod">
        <pc:chgData name="Mélie BOISSÉ" userId="c35deb71-7bb5-4d53-b84d-bcf9d14860d6" providerId="ADAL" clId="{0AFCE817-EAE1-526F-BC45-3795B9161A65}" dt="2025-10-06T09:32:15.357" v="749" actId="20577"/>
        <pc:sldMkLst>
          <pc:docMk/>
          <pc:sldMk cId="2234218884" sldId="314"/>
        </pc:sldMkLst>
      </pc:sldChg>
      <pc:sldChg chg="delSp modSp mod">
        <pc:chgData name="Mélie BOISSÉ" userId="c35deb71-7bb5-4d53-b84d-bcf9d14860d6" providerId="ADAL" clId="{0AFCE817-EAE1-526F-BC45-3795B9161A65}" dt="2025-10-06T09:18:01.891" v="465" actId="1076"/>
        <pc:sldMkLst>
          <pc:docMk/>
          <pc:sldMk cId="29165941" sldId="369"/>
        </pc:sldMkLst>
      </pc:sldChg>
    </pc:docChg>
  </pc:docChgLst>
  <pc:docChgLst>
    <pc:chgData name="Badre QADDA" userId="6b568cee-63d6-40be-af7b-ca3ad2ec5d39" providerId="ADAL" clId="{DE173827-64F2-4462-926A-8A2E1845D741}"/>
    <pc:docChg chg="undo custSel modSld">
      <pc:chgData name="Badre QADDA" userId="6b568cee-63d6-40be-af7b-ca3ad2ec5d39" providerId="ADAL" clId="{DE173827-64F2-4462-926A-8A2E1845D741}" dt="2024-09-23T10:20:41.989" v="291" actId="14734"/>
      <pc:docMkLst>
        <pc:docMk/>
      </pc:docMkLst>
      <pc:sldChg chg="delSp modSp mod">
        <pc:chgData name="Badre QADDA" userId="6b568cee-63d6-40be-af7b-ca3ad2ec5d39" providerId="ADAL" clId="{DE173827-64F2-4462-926A-8A2E1845D741}" dt="2024-09-23T10:20:41.989" v="291" actId="14734"/>
        <pc:sldMkLst>
          <pc:docMk/>
          <pc:sldMk cId="29165941" sldId="369"/>
        </pc:sldMkLst>
      </pc:sldChg>
    </pc:docChg>
  </pc:docChgLst>
  <pc:docChgLst>
    <pc:chgData name="Lea REMAUD" userId="f18a970a-316c-4b0f-9243-1686549d33ee" providerId="ADAL" clId="{921F80C6-4510-4A2A-91DD-2CB5D493592C}"/>
    <pc:docChg chg="undo custSel modSld">
      <pc:chgData name="Lea REMAUD" userId="f18a970a-316c-4b0f-9243-1686549d33ee" providerId="ADAL" clId="{921F80C6-4510-4A2A-91DD-2CB5D493592C}" dt="2024-10-22T15:00:41.807" v="1766" actId="1076"/>
      <pc:docMkLst>
        <pc:docMk/>
      </pc:docMkLst>
      <pc:sldChg chg="delSp modSp mod">
        <pc:chgData name="Lea REMAUD" userId="f18a970a-316c-4b0f-9243-1686549d33ee" providerId="ADAL" clId="{921F80C6-4510-4A2A-91DD-2CB5D493592C}" dt="2024-10-21T10:28:58.271" v="570" actId="1076"/>
        <pc:sldMkLst>
          <pc:docMk/>
          <pc:sldMk cId="1664424328" sldId="367"/>
        </pc:sldMkLst>
      </pc:sldChg>
      <pc:sldChg chg="addSp delSp modSp mod">
        <pc:chgData name="Lea REMAUD" userId="f18a970a-316c-4b0f-9243-1686549d33ee" providerId="ADAL" clId="{921F80C6-4510-4A2A-91DD-2CB5D493592C}" dt="2024-10-21T14:08:02.954" v="766" actId="14100"/>
        <pc:sldMkLst>
          <pc:docMk/>
          <pc:sldMk cId="2437170341" sldId="368"/>
        </pc:sldMkLst>
      </pc:sldChg>
      <pc:sldChg chg="delSp modSp mod">
        <pc:chgData name="Lea REMAUD" userId="f18a970a-316c-4b0f-9243-1686549d33ee" providerId="ADAL" clId="{921F80C6-4510-4A2A-91DD-2CB5D493592C}" dt="2024-10-21T14:19:07.293" v="1051" actId="20577"/>
        <pc:sldMkLst>
          <pc:docMk/>
          <pc:sldMk cId="375141945" sldId="371"/>
        </pc:sldMkLst>
      </pc:sldChg>
      <pc:sldChg chg="addSp delSp modSp mod">
        <pc:chgData name="Lea REMAUD" userId="f18a970a-316c-4b0f-9243-1686549d33ee" providerId="ADAL" clId="{921F80C6-4510-4A2A-91DD-2CB5D493592C}" dt="2024-10-21T14:37:14.486" v="1129" actId="1076"/>
        <pc:sldMkLst>
          <pc:docMk/>
          <pc:sldMk cId="2587615644" sldId="380"/>
        </pc:sldMkLst>
      </pc:sldChg>
      <pc:sldChg chg="modSp mod">
        <pc:chgData name="Lea REMAUD" userId="f18a970a-316c-4b0f-9243-1686549d33ee" providerId="ADAL" clId="{921F80C6-4510-4A2A-91DD-2CB5D493592C}" dt="2024-10-22T15:00:41.807" v="1766" actId="1076"/>
        <pc:sldMkLst>
          <pc:docMk/>
          <pc:sldMk cId="2758489527" sldId="385"/>
        </pc:sldMkLst>
      </pc:sldChg>
      <pc:sldChg chg="addSp delSp modSp mod">
        <pc:chgData name="Lea REMAUD" userId="f18a970a-316c-4b0f-9243-1686549d33ee" providerId="ADAL" clId="{921F80C6-4510-4A2A-91DD-2CB5D493592C}" dt="2024-10-22T12:46:43.946" v="1593" actId="1076"/>
        <pc:sldMkLst>
          <pc:docMk/>
          <pc:sldMk cId="3058245608" sldId="387"/>
        </pc:sldMkLst>
      </pc:sldChg>
      <pc:sldChg chg="addSp delSp modSp mod">
        <pc:chgData name="Lea REMAUD" userId="f18a970a-316c-4b0f-9243-1686549d33ee" providerId="ADAL" clId="{921F80C6-4510-4A2A-91DD-2CB5D493592C}" dt="2024-10-22T12:58:11.207" v="1765" actId="20577"/>
        <pc:sldMkLst>
          <pc:docMk/>
          <pc:sldMk cId="2051991281" sldId="392"/>
        </pc:sldMkLst>
      </pc:sldChg>
    </pc:docChg>
  </pc:docChgLst>
  <pc:docChgLst>
    <pc:chgData name="Mélie BOISSÉ" userId="c35deb71-7bb5-4d53-b84d-bcf9d14860d6" providerId="ADAL" clId="{17B1146D-734B-4C16-9943-7650252CA047}"/>
    <pc:docChg chg="undo redo custSel addSld delSld modSld sldOrd">
      <pc:chgData name="Mélie BOISSÉ" userId="c35deb71-7bb5-4d53-b84d-bcf9d14860d6" providerId="ADAL" clId="{17B1146D-734B-4C16-9943-7650252CA047}" dt="2024-09-10T07:42:13.141" v="2531" actId="20577"/>
      <pc:docMkLst>
        <pc:docMk/>
      </pc:docMkLst>
      <pc:sldChg chg="addSp delSp modSp new mod setBg">
        <pc:chgData name="Mélie BOISSÉ" userId="c35deb71-7bb5-4d53-b84d-bcf9d14860d6" providerId="ADAL" clId="{17B1146D-734B-4C16-9943-7650252CA047}" dt="2024-09-04T08:21:39.216" v="65" actId="1076"/>
        <pc:sldMkLst>
          <pc:docMk/>
          <pc:sldMk cId="2529217930" sldId="256"/>
        </pc:sldMkLst>
      </pc:sldChg>
      <pc:sldChg chg="addSp delSp modSp new mod">
        <pc:chgData name="Mélie BOISSÉ" userId="c35deb71-7bb5-4d53-b84d-bcf9d14860d6" providerId="ADAL" clId="{17B1146D-734B-4C16-9943-7650252CA047}" dt="2024-09-04T08:42:52.179" v="430" actId="478"/>
        <pc:sldMkLst>
          <pc:docMk/>
          <pc:sldMk cId="2382265234" sldId="257"/>
        </pc:sldMkLst>
      </pc:sldChg>
      <pc:sldChg chg="addSp delSp modSp new mod">
        <pc:chgData name="Mélie BOISSÉ" userId="c35deb71-7bb5-4d53-b84d-bcf9d14860d6" providerId="ADAL" clId="{17B1146D-734B-4C16-9943-7650252CA047}" dt="2024-09-09T10:18:11.217" v="2099" actId="207"/>
        <pc:sldMkLst>
          <pc:docMk/>
          <pc:sldMk cId="3734682091" sldId="258"/>
        </pc:sldMkLst>
      </pc:sldChg>
      <pc:sldChg chg="addSp delSp modSp add del mod">
        <pc:chgData name="Mélie BOISSÉ" userId="c35deb71-7bb5-4d53-b84d-bcf9d14860d6" providerId="ADAL" clId="{17B1146D-734B-4C16-9943-7650252CA047}" dt="2024-09-04T09:00:46.196" v="1010" actId="47"/>
        <pc:sldMkLst>
          <pc:docMk/>
          <pc:sldMk cId="1834151352" sldId="277"/>
        </pc:sldMkLst>
      </pc:sldChg>
      <pc:sldChg chg="addSp delSp modSp add mod">
        <pc:chgData name="Mélie BOISSÉ" userId="c35deb71-7bb5-4d53-b84d-bcf9d14860d6" providerId="ADAL" clId="{17B1146D-734B-4C16-9943-7650252CA047}" dt="2024-09-04T08:47:00.665" v="538"/>
        <pc:sldMkLst>
          <pc:docMk/>
          <pc:sldMk cId="3976707850" sldId="278"/>
        </pc:sldMkLst>
      </pc:sldChg>
      <pc:sldChg chg="addSp delSp modSp add mod">
        <pc:chgData name="Mélie BOISSÉ" userId="c35deb71-7bb5-4d53-b84d-bcf9d14860d6" providerId="ADAL" clId="{17B1146D-734B-4C16-9943-7650252CA047}" dt="2024-09-04T08:47:30.104" v="572"/>
        <pc:sldMkLst>
          <pc:docMk/>
          <pc:sldMk cId="752160974" sldId="282"/>
        </pc:sldMkLst>
      </pc:sldChg>
      <pc:sldChg chg="addSp delSp modSp add mod">
        <pc:chgData name="Mélie BOISSÉ" userId="c35deb71-7bb5-4d53-b84d-bcf9d14860d6" providerId="ADAL" clId="{17B1146D-734B-4C16-9943-7650252CA047}" dt="2024-09-09T10:29:54.309" v="2267" actId="2711"/>
        <pc:sldMkLst>
          <pc:docMk/>
          <pc:sldMk cId="1053049620" sldId="285"/>
        </pc:sldMkLst>
      </pc:sldChg>
      <pc:sldChg chg="addSp delSp modSp add mod">
        <pc:chgData name="Mélie BOISSÉ" userId="c35deb71-7bb5-4d53-b84d-bcf9d14860d6" providerId="ADAL" clId="{17B1146D-734B-4C16-9943-7650252CA047}" dt="2024-09-04T13:41:41.973" v="2035" actId="207"/>
        <pc:sldMkLst>
          <pc:docMk/>
          <pc:sldMk cId="1318436630" sldId="295"/>
        </pc:sldMkLst>
      </pc:sldChg>
      <pc:sldChg chg="addSp delSp modSp add mod">
        <pc:chgData name="Mélie BOISSÉ" userId="c35deb71-7bb5-4d53-b84d-bcf9d14860d6" providerId="ADAL" clId="{17B1146D-734B-4C16-9943-7650252CA047}" dt="2024-09-04T08:47:54.711" v="584"/>
        <pc:sldMkLst>
          <pc:docMk/>
          <pc:sldMk cId="1031607536" sldId="296"/>
        </pc:sldMkLst>
      </pc:sldChg>
      <pc:sldChg chg="addSp delSp modSp add mod">
        <pc:chgData name="Mélie BOISSÉ" userId="c35deb71-7bb5-4d53-b84d-bcf9d14860d6" providerId="ADAL" clId="{17B1146D-734B-4C16-9943-7650252CA047}" dt="2024-09-04T08:48:18.247" v="595"/>
        <pc:sldMkLst>
          <pc:docMk/>
          <pc:sldMk cId="4265086537" sldId="297"/>
        </pc:sldMkLst>
      </pc:sldChg>
      <pc:sldChg chg="add del">
        <pc:chgData name="Mélie BOISSÉ" userId="c35deb71-7bb5-4d53-b84d-bcf9d14860d6" providerId="ADAL" clId="{17B1146D-734B-4C16-9943-7650252CA047}" dt="2024-09-04T09:00:58.614" v="1013" actId="47"/>
        <pc:sldMkLst>
          <pc:docMk/>
          <pc:sldMk cId="382211349" sldId="298"/>
        </pc:sldMkLst>
      </pc:sldChg>
      <pc:sldChg chg="addSp delSp modSp add mod">
        <pc:chgData name="Mélie BOISSÉ" userId="c35deb71-7bb5-4d53-b84d-bcf9d14860d6" providerId="ADAL" clId="{17B1146D-734B-4C16-9943-7650252CA047}" dt="2024-09-09T10:18:23.928" v="2101" actId="207"/>
        <pc:sldMkLst>
          <pc:docMk/>
          <pc:sldMk cId="2241609377" sldId="304"/>
        </pc:sldMkLst>
      </pc:sldChg>
      <pc:sldChg chg="addSp delSp modSp add mod">
        <pc:chgData name="Mélie BOISSÉ" userId="c35deb71-7bb5-4d53-b84d-bcf9d14860d6" providerId="ADAL" clId="{17B1146D-734B-4C16-9943-7650252CA047}" dt="2024-09-04T08:48:58.962" v="616" actId="1076"/>
        <pc:sldMkLst>
          <pc:docMk/>
          <pc:sldMk cId="2080854293" sldId="305"/>
        </pc:sldMkLst>
      </pc:sldChg>
      <pc:sldChg chg="addSp delSp modSp add mod">
        <pc:chgData name="Mélie BOISSÉ" userId="c35deb71-7bb5-4d53-b84d-bcf9d14860d6" providerId="ADAL" clId="{17B1146D-734B-4C16-9943-7650252CA047}" dt="2024-09-04T08:49:59.255" v="647"/>
        <pc:sldMkLst>
          <pc:docMk/>
          <pc:sldMk cId="3061260109" sldId="306"/>
        </pc:sldMkLst>
      </pc:sldChg>
      <pc:sldChg chg="add del">
        <pc:chgData name="Mélie BOISSÉ" userId="c35deb71-7bb5-4d53-b84d-bcf9d14860d6" providerId="ADAL" clId="{17B1146D-734B-4C16-9943-7650252CA047}" dt="2024-09-04T09:01:08.618" v="1019" actId="47"/>
        <pc:sldMkLst>
          <pc:docMk/>
          <pc:sldMk cId="1277910302" sldId="307"/>
        </pc:sldMkLst>
      </pc:sldChg>
      <pc:sldChg chg="addSp delSp modSp add mod">
        <pc:chgData name="Mélie BOISSÉ" userId="c35deb71-7bb5-4d53-b84d-bcf9d14860d6" providerId="ADAL" clId="{17B1146D-734B-4C16-9943-7650252CA047}" dt="2024-09-04T09:04:15.404" v="1182" actId="1076"/>
        <pc:sldMkLst>
          <pc:docMk/>
          <pc:sldMk cId="2910455009" sldId="310"/>
        </pc:sldMkLst>
      </pc:sldChg>
      <pc:sldChg chg="addSp delSp modSp add mod">
        <pc:chgData name="Mélie BOISSÉ" userId="c35deb71-7bb5-4d53-b84d-bcf9d14860d6" providerId="ADAL" clId="{17B1146D-734B-4C16-9943-7650252CA047}" dt="2024-09-09T10:30:32.560" v="2271" actId="1076"/>
        <pc:sldMkLst>
          <pc:docMk/>
          <pc:sldMk cId="1634806256" sldId="312"/>
        </pc:sldMkLst>
      </pc:sldChg>
      <pc:sldChg chg="addSp delSp modSp add mod">
        <pc:chgData name="Mélie BOISSÉ" userId="c35deb71-7bb5-4d53-b84d-bcf9d14860d6" providerId="ADAL" clId="{17B1146D-734B-4C16-9943-7650252CA047}" dt="2024-09-04T13:48:03.328" v="2097" actId="1076"/>
        <pc:sldMkLst>
          <pc:docMk/>
          <pc:sldMk cId="2234218884" sldId="314"/>
        </pc:sldMkLst>
      </pc:sldChg>
      <pc:sldChg chg="addSp delSp modSp add mod">
        <pc:chgData name="Mélie BOISSÉ" userId="c35deb71-7bb5-4d53-b84d-bcf9d14860d6" providerId="ADAL" clId="{17B1146D-734B-4C16-9943-7650252CA047}" dt="2024-09-09T10:18:34.863" v="2103" actId="207"/>
        <pc:sldMkLst>
          <pc:docMk/>
          <pc:sldMk cId="2310637153" sldId="320"/>
        </pc:sldMkLst>
      </pc:sldChg>
      <pc:sldChg chg="addSp delSp modSp add mod">
        <pc:chgData name="Mélie BOISSÉ" userId="c35deb71-7bb5-4d53-b84d-bcf9d14860d6" providerId="ADAL" clId="{17B1146D-734B-4C16-9943-7650252CA047}" dt="2024-09-04T08:49:33.759" v="633" actId="20577"/>
        <pc:sldMkLst>
          <pc:docMk/>
          <pc:sldMk cId="3242983325" sldId="321"/>
        </pc:sldMkLst>
      </pc:sldChg>
      <pc:sldChg chg="addSp delSp modSp add mod">
        <pc:chgData name="Mélie BOISSÉ" userId="c35deb71-7bb5-4d53-b84d-bcf9d14860d6" providerId="ADAL" clId="{17B1146D-734B-4C16-9943-7650252CA047}" dt="2024-09-04T08:50:22.472" v="666" actId="12385"/>
        <pc:sldMkLst>
          <pc:docMk/>
          <pc:sldMk cId="2232196918" sldId="322"/>
        </pc:sldMkLst>
      </pc:sldChg>
      <pc:sldChg chg="add del">
        <pc:chgData name="Mélie BOISSÉ" userId="c35deb71-7bb5-4d53-b84d-bcf9d14860d6" providerId="ADAL" clId="{17B1146D-734B-4C16-9943-7650252CA047}" dt="2024-09-04T09:01:14.890" v="1030" actId="47"/>
        <pc:sldMkLst>
          <pc:docMk/>
          <pc:sldMk cId="332506184" sldId="323"/>
        </pc:sldMkLst>
      </pc:sldChg>
      <pc:sldChg chg="addSp delSp modSp add mod">
        <pc:chgData name="Mélie BOISSÉ" userId="c35deb71-7bb5-4d53-b84d-bcf9d14860d6" providerId="ADAL" clId="{17B1146D-734B-4C16-9943-7650252CA047}" dt="2024-09-04T09:04:17.191" v="1183"/>
        <pc:sldMkLst>
          <pc:docMk/>
          <pc:sldMk cId="1170629517" sldId="324"/>
        </pc:sldMkLst>
      </pc:sldChg>
      <pc:sldChg chg="addSp delSp modSp mod">
        <pc:chgData name="Mélie BOISSÉ" userId="c35deb71-7bb5-4d53-b84d-bcf9d14860d6" providerId="ADAL" clId="{17B1146D-734B-4C16-9943-7650252CA047}" dt="2024-09-09T10:29:39.710" v="2266" actId="1076"/>
        <pc:sldMkLst>
          <pc:docMk/>
          <pc:sldMk cId="3084657619" sldId="344"/>
        </pc:sldMkLst>
      </pc:sldChg>
      <pc:sldChg chg="delSp add del mod">
        <pc:chgData name="Mélie BOISSÉ" userId="c35deb71-7bb5-4d53-b84d-bcf9d14860d6" providerId="ADAL" clId="{17B1146D-734B-4C16-9943-7650252CA047}" dt="2024-09-04T09:11:40.081" v="1579" actId="47"/>
        <pc:sldMkLst>
          <pc:docMk/>
          <pc:sldMk cId="123712164" sldId="345"/>
        </pc:sldMkLst>
      </pc:sldChg>
      <pc:sldChg chg="add del">
        <pc:chgData name="Mélie BOISSÉ" userId="c35deb71-7bb5-4d53-b84d-bcf9d14860d6" providerId="ADAL" clId="{17B1146D-734B-4C16-9943-7650252CA047}" dt="2024-09-04T09:01:24.756" v="1046" actId="47"/>
        <pc:sldMkLst>
          <pc:docMk/>
          <pc:sldMk cId="4204634330" sldId="346"/>
        </pc:sldMkLst>
      </pc:sldChg>
      <pc:sldChg chg="addSp delSp modSp add mod">
        <pc:chgData name="Mélie BOISSÉ" userId="c35deb71-7bb5-4d53-b84d-bcf9d14860d6" providerId="ADAL" clId="{17B1146D-734B-4C16-9943-7650252CA047}" dt="2024-09-09T10:30:44.691" v="2272" actId="14861"/>
        <pc:sldMkLst>
          <pc:docMk/>
          <pc:sldMk cId="1923857876" sldId="347"/>
        </pc:sldMkLst>
      </pc:sldChg>
      <pc:sldChg chg="addSp delSp modSp new mod">
        <pc:chgData name="Mélie BOISSÉ" userId="c35deb71-7bb5-4d53-b84d-bcf9d14860d6" providerId="ADAL" clId="{17B1146D-734B-4C16-9943-7650252CA047}" dt="2024-09-04T09:14:03.609" v="1601" actId="478"/>
        <pc:sldMkLst>
          <pc:docMk/>
          <pc:sldMk cId="81616537" sldId="348"/>
        </pc:sldMkLst>
      </pc:sldChg>
      <pc:sldChg chg="addSp modSp add mod ord">
        <pc:chgData name="Mélie BOISSÉ" userId="c35deb71-7bb5-4d53-b84d-bcf9d14860d6" providerId="ADAL" clId="{17B1146D-734B-4C16-9943-7650252CA047}" dt="2024-09-04T09:13:42.184" v="1596"/>
        <pc:sldMkLst>
          <pc:docMk/>
          <pc:sldMk cId="88163607" sldId="349"/>
        </pc:sldMkLst>
      </pc:sldChg>
      <pc:sldChg chg="addSp delSp modSp add mod ord">
        <pc:chgData name="Mélie BOISSÉ" userId="c35deb71-7bb5-4d53-b84d-bcf9d14860d6" providerId="ADAL" clId="{17B1146D-734B-4C16-9943-7650252CA047}" dt="2024-09-04T09:15:01.763" v="1607"/>
        <pc:sldMkLst>
          <pc:docMk/>
          <pc:sldMk cId="819308942" sldId="350"/>
        </pc:sldMkLst>
      </pc:sldChg>
      <pc:sldChg chg="addSp delSp modSp add mod ord">
        <pc:chgData name="Mélie BOISSÉ" userId="c35deb71-7bb5-4d53-b84d-bcf9d14860d6" providerId="ADAL" clId="{17B1146D-734B-4C16-9943-7650252CA047}" dt="2024-09-04T09:02:08.674" v="1074"/>
        <pc:sldMkLst>
          <pc:docMk/>
          <pc:sldMk cId="2394012831" sldId="351"/>
        </pc:sldMkLst>
      </pc:sldChg>
      <pc:sldChg chg="addSp modSp add">
        <pc:chgData name="Mélie BOISSÉ" userId="c35deb71-7bb5-4d53-b84d-bcf9d14860d6" providerId="ADAL" clId="{17B1146D-734B-4C16-9943-7650252CA047}" dt="2024-09-04T09:02:09.530" v="1075"/>
        <pc:sldMkLst>
          <pc:docMk/>
          <pc:sldMk cId="468071145" sldId="352"/>
        </pc:sldMkLst>
      </pc:sldChg>
      <pc:sldChg chg="addSp modSp add mod">
        <pc:chgData name="Mélie BOISSÉ" userId="c35deb71-7bb5-4d53-b84d-bcf9d14860d6" providerId="ADAL" clId="{17B1146D-734B-4C16-9943-7650252CA047}" dt="2024-09-04T09:02:10.444" v="1076"/>
        <pc:sldMkLst>
          <pc:docMk/>
          <pc:sldMk cId="2622759059" sldId="353"/>
        </pc:sldMkLst>
      </pc:sldChg>
      <pc:sldChg chg="addSp modSp add mod">
        <pc:chgData name="Mélie BOISSÉ" userId="c35deb71-7bb5-4d53-b84d-bcf9d14860d6" providerId="ADAL" clId="{17B1146D-734B-4C16-9943-7650252CA047}" dt="2024-09-04T09:02:11.920" v="1077"/>
        <pc:sldMkLst>
          <pc:docMk/>
          <pc:sldMk cId="1629518571" sldId="354"/>
        </pc:sldMkLst>
      </pc:sldChg>
      <pc:sldChg chg="addSp modSp add mod">
        <pc:chgData name="Mélie BOISSÉ" userId="c35deb71-7bb5-4d53-b84d-bcf9d14860d6" providerId="ADAL" clId="{17B1146D-734B-4C16-9943-7650252CA047}" dt="2024-09-04T09:02:13.208" v="1078"/>
        <pc:sldMkLst>
          <pc:docMk/>
          <pc:sldMk cId="1921404796" sldId="355"/>
        </pc:sldMkLst>
      </pc:sldChg>
      <pc:sldChg chg="addSp modSp add mod ord">
        <pc:chgData name="Mélie BOISSÉ" userId="c35deb71-7bb5-4d53-b84d-bcf9d14860d6" providerId="ADAL" clId="{17B1146D-734B-4C16-9943-7650252CA047}" dt="2024-09-04T09:18:43.236" v="1617"/>
        <pc:sldMkLst>
          <pc:docMk/>
          <pc:sldMk cId="1538797287" sldId="356"/>
        </pc:sldMkLst>
      </pc:sldChg>
      <pc:sldChg chg="addSp modSp add mod ord">
        <pc:chgData name="Mélie BOISSÉ" userId="c35deb71-7bb5-4d53-b84d-bcf9d14860d6" providerId="ADAL" clId="{17B1146D-734B-4C16-9943-7650252CA047}" dt="2024-09-10T07:42:13.141" v="2531" actId="20577"/>
        <pc:sldMkLst>
          <pc:docMk/>
          <pc:sldMk cId="1317173696" sldId="357"/>
        </pc:sldMkLst>
      </pc:sldChg>
      <pc:sldChg chg="add del">
        <pc:chgData name="Mélie BOISSÉ" userId="c35deb71-7bb5-4d53-b84d-bcf9d14860d6" providerId="ADAL" clId="{17B1146D-734B-4C16-9943-7650252CA047}" dt="2024-09-04T09:05:40.086" v="1187" actId="47"/>
        <pc:sldMkLst>
          <pc:docMk/>
          <pc:sldMk cId="2610309507" sldId="358"/>
        </pc:sldMkLst>
      </pc:sldChg>
      <pc:sldChg chg="addSp delSp modSp del mod">
        <pc:chgData name="Mélie BOISSÉ" userId="c35deb71-7bb5-4d53-b84d-bcf9d14860d6" providerId="ADAL" clId="{17B1146D-734B-4C16-9943-7650252CA047}" dt="2024-09-09T13:14:04.871" v="2331" actId="47"/>
        <pc:sldMkLst>
          <pc:docMk/>
          <pc:sldMk cId="2680917125" sldId="359"/>
        </pc:sldMkLst>
      </pc:sldChg>
      <pc:sldChg chg="add del">
        <pc:chgData name="Mélie BOISSÉ" userId="c35deb71-7bb5-4d53-b84d-bcf9d14860d6" providerId="ADAL" clId="{17B1146D-734B-4C16-9943-7650252CA047}" dt="2024-09-09T13:15:22.009" v="2373" actId="47"/>
        <pc:sldMkLst>
          <pc:docMk/>
          <pc:sldMk cId="3245124662" sldId="360"/>
        </pc:sldMkLst>
      </pc:sldChg>
      <pc:sldChg chg="del">
        <pc:chgData name="Mélie BOISSÉ" userId="c35deb71-7bb5-4d53-b84d-bcf9d14860d6" providerId="ADAL" clId="{17B1146D-734B-4C16-9943-7650252CA047}" dt="2024-09-09T13:18:38.305" v="2464" actId="47"/>
        <pc:sldMkLst>
          <pc:docMk/>
          <pc:sldMk cId="2037915747" sldId="361"/>
        </pc:sldMkLst>
      </pc:sldChg>
      <pc:sldChg chg="del">
        <pc:chgData name="Mélie BOISSÉ" userId="c35deb71-7bb5-4d53-b84d-bcf9d14860d6" providerId="ADAL" clId="{17B1146D-734B-4C16-9943-7650252CA047}" dt="2024-09-09T13:20:51.411" v="2507" actId="47"/>
        <pc:sldMkLst>
          <pc:docMk/>
          <pc:sldMk cId="1902991127" sldId="362"/>
        </pc:sldMkLst>
      </pc:sldChg>
      <pc:sldChg chg="modSp add mod">
        <pc:chgData name="Mélie BOISSÉ" userId="c35deb71-7bb5-4d53-b84d-bcf9d14860d6" providerId="ADAL" clId="{17B1146D-734B-4C16-9943-7650252CA047}" dt="2024-09-09T13:12:55.632" v="2330" actId="20577"/>
        <pc:sldMkLst>
          <pc:docMk/>
          <pc:sldMk cId="2611858937" sldId="363"/>
        </pc:sldMkLst>
      </pc:sldChg>
      <pc:sldChg chg="modSp add mod">
        <pc:chgData name="Mélie BOISSÉ" userId="c35deb71-7bb5-4d53-b84d-bcf9d14860d6" providerId="ADAL" clId="{17B1146D-734B-4C16-9943-7650252CA047}" dt="2024-09-09T13:15:16.284" v="2372" actId="20577"/>
        <pc:sldMkLst>
          <pc:docMk/>
          <pc:sldMk cId="3454793412" sldId="364"/>
        </pc:sldMkLst>
      </pc:sldChg>
      <pc:sldChg chg="addSp delSp modSp add mod">
        <pc:chgData name="Mélie BOISSÉ" userId="c35deb71-7bb5-4d53-b84d-bcf9d14860d6" providerId="ADAL" clId="{17B1146D-734B-4C16-9943-7650252CA047}" dt="2024-09-09T13:18:08.897" v="2463" actId="20577"/>
        <pc:sldMkLst>
          <pc:docMk/>
          <pc:sldMk cId="1244806909" sldId="365"/>
        </pc:sldMkLst>
      </pc:sldChg>
      <pc:sldChg chg="addSp delSp modSp add mod">
        <pc:chgData name="Mélie BOISSÉ" userId="c35deb71-7bb5-4d53-b84d-bcf9d14860d6" providerId="ADAL" clId="{17B1146D-734B-4C16-9943-7650252CA047}" dt="2024-09-09T13:19:46.885" v="2506" actId="20577"/>
        <pc:sldMkLst>
          <pc:docMk/>
          <pc:sldMk cId="1635296812" sldId="366"/>
        </pc:sldMkLst>
      </pc:sldChg>
    </pc:docChg>
  </pc:docChgLst>
  <pc:docChgLst>
    <pc:chgData name="Romane DELABY" userId="7aa1974b-4d95-406f-8bf1-01f42788115a" providerId="ADAL" clId="{28746697-18B2-4DE7-8963-5B8A49CA64BB}"/>
    <pc:docChg chg="custSel modSld">
      <pc:chgData name="Romane DELABY" userId="7aa1974b-4d95-406f-8bf1-01f42788115a" providerId="ADAL" clId="{28746697-18B2-4DE7-8963-5B8A49CA64BB}" dt="2025-07-03T09:17:29.395" v="1" actId="478"/>
      <pc:docMkLst>
        <pc:docMk/>
      </pc:docMkLst>
      <pc:sldChg chg="addSp delSp modSp mod">
        <pc:chgData name="Romane DELABY" userId="7aa1974b-4d95-406f-8bf1-01f42788115a" providerId="ADAL" clId="{28746697-18B2-4DE7-8963-5B8A49CA64BB}" dt="2025-07-03T09:17:29.395" v="1" actId="478"/>
        <pc:sldMkLst>
          <pc:docMk/>
          <pc:sldMk cId="81616537" sldId="348"/>
        </pc:sldMkLst>
      </pc:sldChg>
    </pc:docChg>
  </pc:docChgLst>
  <pc:docChgLst>
    <pc:chgData name="Claire ALBIN" userId="ccf9e2ec-c1f8-4677-9d80-7940392eec09" providerId="ADAL" clId="{9B0E540E-7598-447A-9078-D3176B33F916}"/>
    <pc:docChg chg="undo redo custSel modSld">
      <pc:chgData name="Claire ALBIN" userId="ccf9e2ec-c1f8-4677-9d80-7940392eec09" providerId="ADAL" clId="{9B0E540E-7598-447A-9078-D3176B33F916}" dt="2024-09-16T16:25:56.098" v="170" actId="20577"/>
      <pc:docMkLst>
        <pc:docMk/>
      </pc:docMkLst>
      <pc:sldChg chg="addSp delSp modSp mod">
        <pc:chgData name="Claire ALBIN" userId="ccf9e2ec-c1f8-4677-9d80-7940392eec09" providerId="ADAL" clId="{9B0E540E-7598-447A-9078-D3176B33F916}" dt="2024-09-16T16:25:56.098" v="170" actId="20577"/>
        <pc:sldMkLst>
          <pc:docMk/>
          <pc:sldMk cId="1318436630" sldId="295"/>
        </pc:sldMkLst>
      </pc:sldChg>
      <pc:sldChg chg="addSp delSp modSp mod">
        <pc:chgData name="Claire ALBIN" userId="ccf9e2ec-c1f8-4677-9d80-7940392eec09" providerId="ADAL" clId="{9B0E540E-7598-447A-9078-D3176B33F916}" dt="2024-09-11T16:09:17.155" v="59" actId="1076"/>
        <pc:sldMkLst>
          <pc:docMk/>
          <pc:sldMk cId="2234218884" sldId="314"/>
        </pc:sldMkLst>
      </pc:sldChg>
    </pc:docChg>
  </pc:docChgLst>
  <pc:docChgLst>
    <pc:chgData name="Badre QADDA" userId="6b568cee-63d6-40be-af7b-ca3ad2ec5d39" providerId="ADAL" clId="{BA661020-C730-4FF7-8FF7-E660F886489D}"/>
    <pc:docChg chg="undo custSel delSld modSld">
      <pc:chgData name="Badre QADDA" userId="6b568cee-63d6-40be-af7b-ca3ad2ec5d39" providerId="ADAL" clId="{BA661020-C730-4FF7-8FF7-E660F886489D}" dt="2024-10-23T06:33:07.447" v="105" actId="108"/>
      <pc:docMkLst>
        <pc:docMk/>
      </pc:docMkLst>
      <pc:sldChg chg="del">
        <pc:chgData name="Badre QADDA" userId="6b568cee-63d6-40be-af7b-ca3ad2ec5d39" providerId="ADAL" clId="{BA661020-C730-4FF7-8FF7-E660F886489D}" dt="2024-10-23T06:20:23.762" v="1" actId="47"/>
        <pc:sldMkLst>
          <pc:docMk/>
          <pc:sldMk cId="1723407599" sldId="388"/>
        </pc:sldMkLst>
      </pc:sldChg>
      <pc:sldChg chg="delSp modSp mod">
        <pc:chgData name="Badre QADDA" userId="6b568cee-63d6-40be-af7b-ca3ad2ec5d39" providerId="ADAL" clId="{BA661020-C730-4FF7-8FF7-E660F886489D}" dt="2024-10-23T06:33:07.447" v="105" actId="108"/>
        <pc:sldMkLst>
          <pc:docMk/>
          <pc:sldMk cId="1428825380" sldId="389"/>
        </pc:sldMkLst>
      </pc:sldChg>
    </pc:docChg>
  </pc:docChgLst>
  <pc:docChgLst>
    <pc:chgData name="Sophie OSMONT" userId="5fea8f1c-0f3a-481d-a962-1f07b848a953" providerId="ADAL" clId="{3C740FD5-56E1-446A-A459-61CE165A4BB6}"/>
    <pc:docChg chg="undo custSel modSld">
      <pc:chgData name="Sophie OSMONT" userId="5fea8f1c-0f3a-481d-a962-1f07b848a953" providerId="ADAL" clId="{3C740FD5-56E1-446A-A459-61CE165A4BB6}" dt="2024-09-04T13:06:29.375" v="478" actId="1076"/>
      <pc:docMkLst>
        <pc:docMk/>
      </pc:docMkLst>
      <pc:sldChg chg="modSp mod">
        <pc:chgData name="Sophie OSMONT" userId="5fea8f1c-0f3a-481d-a962-1f07b848a953" providerId="ADAL" clId="{3C740FD5-56E1-446A-A459-61CE165A4BB6}" dt="2024-09-04T12:38:37.013" v="8" actId="14100"/>
        <pc:sldMkLst>
          <pc:docMk/>
          <pc:sldMk cId="2382265234" sldId="257"/>
        </pc:sldMkLst>
      </pc:sldChg>
      <pc:sldChg chg="addSp delSp modSp mod">
        <pc:chgData name="Sophie OSMONT" userId="5fea8f1c-0f3a-481d-a962-1f07b848a953" providerId="ADAL" clId="{3C740FD5-56E1-446A-A459-61CE165A4BB6}" dt="2024-09-04T13:06:29.375" v="478" actId="1076"/>
        <pc:sldMkLst>
          <pc:docMk/>
          <pc:sldMk cId="2910455009" sldId="310"/>
        </pc:sldMkLst>
      </pc:sldChg>
      <pc:sldChg chg="delSp modSp mod">
        <pc:chgData name="Sophie OSMONT" userId="5fea8f1c-0f3a-481d-a962-1f07b848a953" providerId="ADAL" clId="{3C740FD5-56E1-446A-A459-61CE165A4BB6}" dt="2024-09-04T12:54:15.655" v="274" actId="20577"/>
        <pc:sldMkLst>
          <pc:docMk/>
          <pc:sldMk cId="2310637153" sldId="320"/>
        </pc:sldMkLst>
      </pc:sldChg>
      <pc:sldChg chg="addSp delSp modSp mod">
        <pc:chgData name="Sophie OSMONT" userId="5fea8f1c-0f3a-481d-a962-1f07b848a953" providerId="ADAL" clId="{3C740FD5-56E1-446A-A459-61CE165A4BB6}" dt="2024-09-04T12:57:27.632" v="325" actId="1076"/>
        <pc:sldMkLst>
          <pc:docMk/>
          <pc:sldMk cId="1170629517" sldId="324"/>
        </pc:sldMkLst>
      </pc:sldChg>
    </pc:docChg>
  </pc:docChgLst>
  <pc:docChgLst>
    <pc:chgData name="Lea REMAUD" userId="f18a970a-316c-4b0f-9243-1686549d33ee" providerId="ADAL" clId="{2C3CC4B5-495A-4553-9C27-DBBDB91A3178}"/>
    <pc:docChg chg="undo custSel modSld">
      <pc:chgData name="Lea REMAUD" userId="f18a970a-316c-4b0f-9243-1686549d33ee" providerId="ADAL" clId="{2C3CC4B5-495A-4553-9C27-DBBDB91A3178}" dt="2025-10-06T09:46:03.365" v="726" actId="1076"/>
      <pc:docMkLst>
        <pc:docMk/>
      </pc:docMkLst>
      <pc:sldChg chg="delSp modSp mod">
        <pc:chgData name="Lea REMAUD" userId="f18a970a-316c-4b0f-9243-1686549d33ee" providerId="ADAL" clId="{2C3CC4B5-495A-4553-9C27-DBBDB91A3178}" dt="2025-10-06T09:28:24.591" v="291" actId="207"/>
        <pc:sldMkLst>
          <pc:docMk/>
          <pc:sldMk cId="1664424328" sldId="367"/>
        </pc:sldMkLst>
      </pc:sldChg>
      <pc:sldChg chg="addSp delSp modSp mod">
        <pc:chgData name="Lea REMAUD" userId="f18a970a-316c-4b0f-9243-1686549d33ee" providerId="ADAL" clId="{2C3CC4B5-495A-4553-9C27-DBBDB91A3178}" dt="2025-10-06T09:46:03.365" v="726" actId="1076"/>
        <pc:sldMkLst>
          <pc:docMk/>
          <pc:sldMk cId="2437170341" sldId="368"/>
        </pc:sldMkLst>
      </pc:sldChg>
      <pc:sldChg chg="delSp modSp mod">
        <pc:chgData name="Lea REMAUD" userId="f18a970a-316c-4b0f-9243-1686549d33ee" providerId="ADAL" clId="{2C3CC4B5-495A-4553-9C27-DBBDB91A3178}" dt="2025-10-06T09:35:24.583" v="567" actId="207"/>
        <pc:sldMkLst>
          <pc:docMk/>
          <pc:sldMk cId="3058245608" sldId="387"/>
        </pc:sldMkLst>
      </pc:sldChg>
    </pc:docChg>
  </pc:docChgLst>
  <pc:docChgLst>
    <pc:chgData name="Alizée ROUSSET" userId="b99fc12d-ed6f-43be-b30c-d3ca15348cc9" providerId="ADAL" clId="{0C4AE248-34CA-457A-BFD6-57016ED584C1}"/>
    <pc:docChg chg="undo custSel addSld modSld">
      <pc:chgData name="Alizée ROUSSET" userId="b99fc12d-ed6f-43be-b30c-d3ca15348cc9" providerId="ADAL" clId="{0C4AE248-34CA-457A-BFD6-57016ED584C1}" dt="2024-09-05T15:08:00.699" v="138" actId="478"/>
      <pc:docMkLst>
        <pc:docMk/>
      </pc:docMkLst>
      <pc:sldChg chg="addSp delSp modSp mod">
        <pc:chgData name="Alizée ROUSSET" userId="b99fc12d-ed6f-43be-b30c-d3ca15348cc9" providerId="ADAL" clId="{0C4AE248-34CA-457A-BFD6-57016ED584C1}" dt="2024-09-05T12:51:47.278" v="62" actId="1076"/>
        <pc:sldMkLst>
          <pc:docMk/>
          <pc:sldMk cId="1923857876" sldId="347"/>
        </pc:sldMkLst>
      </pc:sldChg>
      <pc:sldChg chg="delSp modSp add mod">
        <pc:chgData name="Alizée ROUSSET" userId="b99fc12d-ed6f-43be-b30c-d3ca15348cc9" providerId="ADAL" clId="{0C4AE248-34CA-457A-BFD6-57016ED584C1}" dt="2024-09-05T15:08:00.699" v="138" actId="478"/>
        <pc:sldMkLst>
          <pc:docMk/>
          <pc:sldMk cId="1557399496" sldId="358"/>
        </pc:sldMkLst>
      </pc:sldChg>
    </pc:docChg>
  </pc:docChgLst>
  <pc:docChgLst>
    <pc:chgData name="Mélie BOISSÉ" userId="c35deb71-7bb5-4d53-b84d-bcf9d14860d6" providerId="ADAL" clId="{B4D8EE9F-6B7E-4F8B-B21C-A7F5886E24FB}"/>
    <pc:docChg chg="custSel modSld">
      <pc:chgData name="Mélie BOISSÉ" userId="c35deb71-7bb5-4d53-b84d-bcf9d14860d6" providerId="ADAL" clId="{B4D8EE9F-6B7E-4F8B-B21C-A7F5886E24FB}" dt="2024-09-23T09:48:15.986" v="788" actId="207"/>
      <pc:docMkLst>
        <pc:docMk/>
      </pc:docMkLst>
      <pc:sldChg chg="delSp modSp mod">
        <pc:chgData name="Mélie BOISSÉ" userId="c35deb71-7bb5-4d53-b84d-bcf9d14860d6" providerId="ADAL" clId="{B4D8EE9F-6B7E-4F8B-B21C-A7F5886E24FB}" dt="2024-09-23T09:48:15.986" v="788" actId="207"/>
        <pc:sldMkLst>
          <pc:docMk/>
          <pc:sldMk cId="1318436630" sldId="295"/>
        </pc:sldMkLst>
      </pc:sldChg>
      <pc:sldChg chg="addSp delSp modSp mod">
        <pc:chgData name="Mélie BOISSÉ" userId="c35deb71-7bb5-4d53-b84d-bcf9d14860d6" providerId="ADAL" clId="{B4D8EE9F-6B7E-4F8B-B21C-A7F5886E24FB}" dt="2024-09-19T13:22:39.862" v="561" actId="1076"/>
        <pc:sldMkLst>
          <pc:docMk/>
          <pc:sldMk cId="2234218884" sldId="314"/>
        </pc:sldMkLst>
      </pc:sldChg>
      <pc:sldChg chg="modSp mod">
        <pc:chgData name="Mélie BOISSÉ" userId="c35deb71-7bb5-4d53-b84d-bcf9d14860d6" providerId="ADAL" clId="{B4D8EE9F-6B7E-4F8B-B21C-A7F5886E24FB}" dt="2024-09-19T08:57:46.531" v="38" actId="20577"/>
        <pc:sldMkLst>
          <pc:docMk/>
          <pc:sldMk cId="29165941" sldId="369"/>
        </pc:sldMkLst>
      </pc:sldChg>
    </pc:docChg>
  </pc:docChgLst>
  <pc:docChgLst>
    <pc:chgData name="Julien BENSAID" userId="6757120c-0ddf-42ac-8d28-612f05c021f9" providerId="ADAL" clId="{8130032C-ABD5-4728-B86F-AAC26DF85759}"/>
    <pc:docChg chg="custSel modSld">
      <pc:chgData name="Julien BENSAID" userId="6757120c-0ddf-42ac-8d28-612f05c021f9" providerId="ADAL" clId="{8130032C-ABD5-4728-B86F-AAC26DF85759}" dt="2024-09-26T12:47:49.448" v="0" actId="478"/>
      <pc:docMkLst>
        <pc:docMk/>
      </pc:docMkLst>
      <pc:sldChg chg="delSp mod">
        <pc:chgData name="Julien BENSAID" userId="6757120c-0ddf-42ac-8d28-612f05c021f9" providerId="ADAL" clId="{8130032C-ABD5-4728-B86F-AAC26DF85759}" dt="2024-09-26T12:47:49.448" v="0" actId="478"/>
        <pc:sldMkLst>
          <pc:docMk/>
          <pc:sldMk cId="1557399496" sldId="358"/>
        </pc:sldMkLst>
      </pc:sldChg>
    </pc:docChg>
  </pc:docChgLst>
  <pc:docChgLst>
    <pc:chgData name="Alizée ROUSSET" userId="b99fc12d-ed6f-43be-b30c-d3ca15348cc9" providerId="ADAL" clId="{76AE97C7-C38B-500F-8D34-8E7D126FFACD}"/>
    <pc:docChg chg="undo custSel addSld delSld modSld">
      <pc:chgData name="Alizée ROUSSET" userId="b99fc12d-ed6f-43be-b30c-d3ca15348cc9" providerId="ADAL" clId="{76AE97C7-C38B-500F-8D34-8E7D126FFACD}" dt="2025-10-06T10:22:28.015" v="1021" actId="1076"/>
      <pc:docMkLst>
        <pc:docMk/>
      </pc:docMkLst>
      <pc:sldChg chg="addSp delSp modSp mod">
        <pc:chgData name="Alizée ROUSSET" userId="b99fc12d-ed6f-43be-b30c-d3ca15348cc9" providerId="ADAL" clId="{76AE97C7-C38B-500F-8D34-8E7D126FFACD}" dt="2025-10-06T10:22:28.015" v="1021" actId="1076"/>
        <pc:sldMkLst>
          <pc:docMk/>
          <pc:sldMk cId="2382265234" sldId="257"/>
        </pc:sldMkLst>
      </pc:sldChg>
      <pc:sldChg chg="delSp modSp mod">
        <pc:chgData name="Alizée ROUSSET" userId="b99fc12d-ed6f-43be-b30c-d3ca15348cc9" providerId="ADAL" clId="{76AE97C7-C38B-500F-8D34-8E7D126FFACD}" dt="2025-10-06T09:43:50.817" v="202" actId="207"/>
        <pc:sldMkLst>
          <pc:docMk/>
          <pc:sldMk cId="1107592078" sldId="370"/>
        </pc:sldMkLst>
      </pc:sldChg>
      <pc:sldChg chg="addSp delSp modSp mod">
        <pc:chgData name="Alizée ROUSSET" userId="b99fc12d-ed6f-43be-b30c-d3ca15348cc9" providerId="ADAL" clId="{76AE97C7-C38B-500F-8D34-8E7D126FFACD}" dt="2025-10-06T10:02:35.304" v="669" actId="207"/>
        <pc:sldMkLst>
          <pc:docMk/>
          <pc:sldMk cId="375141945" sldId="371"/>
        </pc:sldMkLst>
      </pc:sldChg>
      <pc:sldChg chg="addSp delSp modSp mod">
        <pc:chgData name="Alizée ROUSSET" userId="b99fc12d-ed6f-43be-b30c-d3ca15348cc9" providerId="ADAL" clId="{76AE97C7-C38B-500F-8D34-8E7D126FFACD}" dt="2025-10-06T10:18:07.442" v="998" actId="1076"/>
        <pc:sldMkLst>
          <pc:docMk/>
          <pc:sldMk cId="1744997145" sldId="379"/>
        </pc:sldMkLst>
      </pc:sldChg>
      <pc:sldChg chg="addSp delSp modSp mod">
        <pc:chgData name="Alizée ROUSSET" userId="b99fc12d-ed6f-43be-b30c-d3ca15348cc9" providerId="ADAL" clId="{76AE97C7-C38B-500F-8D34-8E7D126FFACD}" dt="2025-10-06T10:15:04.076" v="935" actId="1076"/>
        <pc:sldMkLst>
          <pc:docMk/>
          <pc:sldMk cId="2587615644" sldId="380"/>
        </pc:sldMkLst>
      </pc:sldChg>
      <pc:sldChg chg="delSp modSp del mod">
        <pc:chgData name="Alizée ROUSSET" userId="b99fc12d-ed6f-43be-b30c-d3ca15348cc9" providerId="ADAL" clId="{76AE97C7-C38B-500F-8D34-8E7D126FFACD}" dt="2025-10-06T09:45:25.582" v="223" actId="2696"/>
        <pc:sldMkLst>
          <pc:docMk/>
          <pc:sldMk cId="3177631128" sldId="391"/>
        </pc:sldMkLst>
      </pc:sldChg>
      <pc:sldChg chg="addSp delSp modSp mod">
        <pc:chgData name="Alizée ROUSSET" userId="b99fc12d-ed6f-43be-b30c-d3ca15348cc9" providerId="ADAL" clId="{76AE97C7-C38B-500F-8D34-8E7D126FFACD}" dt="2025-10-06T10:09:14.149" v="854" actId="207"/>
        <pc:sldMkLst>
          <pc:docMk/>
          <pc:sldMk cId="2051991281" sldId="392"/>
        </pc:sldMkLst>
      </pc:sldChg>
      <pc:sldChg chg="modSp add mod">
        <pc:chgData name="Alizée ROUSSET" userId="b99fc12d-ed6f-43be-b30c-d3ca15348cc9" providerId="ADAL" clId="{76AE97C7-C38B-500F-8D34-8E7D126FFACD}" dt="2025-10-06T09:50:33.922" v="387" actId="207"/>
        <pc:sldMkLst>
          <pc:docMk/>
          <pc:sldMk cId="4168885829" sldId="396"/>
        </pc:sldMkLst>
      </pc:sldChg>
    </pc:docChg>
  </pc:docChgLst>
  <pc:docChgLst>
    <pc:chgData name="Marianne BRUSSET" userId="007a0be6-14ec-485f-ab47-f0a6b74bd6b2" providerId="ADAL" clId="{3E970BAF-29A4-4AA0-9531-3ED174765FCB}"/>
    <pc:docChg chg="custSel addSld delSld modSld">
      <pc:chgData name="Marianne BRUSSET" userId="007a0be6-14ec-485f-ab47-f0a6b74bd6b2" providerId="ADAL" clId="{3E970BAF-29A4-4AA0-9531-3ED174765FCB}" dt="2024-10-23T07:13:20.975" v="176" actId="20577"/>
      <pc:docMkLst>
        <pc:docMk/>
      </pc:docMkLst>
      <pc:sldChg chg="delSp modSp mod">
        <pc:chgData name="Marianne BRUSSET" userId="007a0be6-14ec-485f-ab47-f0a6b74bd6b2" providerId="ADAL" clId="{3E970BAF-29A4-4AA0-9531-3ED174765FCB}" dt="2024-10-23T07:13:20.975" v="176" actId="20577"/>
        <pc:sldMkLst>
          <pc:docMk/>
          <pc:sldMk cId="1053049620" sldId="285"/>
        </pc:sldMkLst>
      </pc:sldChg>
      <pc:sldChg chg="delSp modSp mod">
        <pc:chgData name="Marianne BRUSSET" userId="007a0be6-14ec-485f-ab47-f0a6b74bd6b2" providerId="ADAL" clId="{3E970BAF-29A4-4AA0-9531-3ED174765FCB}" dt="2024-10-23T07:06:55.754" v="28" actId="207"/>
        <pc:sldMkLst>
          <pc:docMk/>
          <pc:sldMk cId="3084657619" sldId="344"/>
        </pc:sldMkLst>
      </pc:sldChg>
      <pc:sldChg chg="delSp modSp mod">
        <pc:chgData name="Marianne BRUSSET" userId="007a0be6-14ec-485f-ab47-f0a6b74bd6b2" providerId="ADAL" clId="{3E970BAF-29A4-4AA0-9531-3ED174765FCB}" dt="2024-10-23T07:07:51.509" v="54" actId="20577"/>
        <pc:sldMkLst>
          <pc:docMk/>
          <pc:sldMk cId="2799833552" sldId="381"/>
        </pc:sldMkLst>
      </pc:sldChg>
      <pc:sldChg chg="delSp modSp mod">
        <pc:chgData name="Marianne BRUSSET" userId="007a0be6-14ec-485f-ab47-f0a6b74bd6b2" providerId="ADAL" clId="{3E970BAF-29A4-4AA0-9531-3ED174765FCB}" dt="2024-10-23T07:09:00.281" v="85" actId="20577"/>
        <pc:sldMkLst>
          <pc:docMk/>
          <pc:sldMk cId="4084326131" sldId="382"/>
        </pc:sldMkLst>
      </pc:sldChg>
      <pc:sldChg chg="delSp del mod">
        <pc:chgData name="Marianne BRUSSET" userId="007a0be6-14ec-485f-ab47-f0a6b74bd6b2" providerId="ADAL" clId="{3E970BAF-29A4-4AA0-9531-3ED174765FCB}" dt="2024-10-23T07:09:14.774" v="88" actId="47"/>
        <pc:sldMkLst>
          <pc:docMk/>
          <pc:sldMk cId="2666437202" sldId="383"/>
        </pc:sldMkLst>
      </pc:sldChg>
      <pc:sldChg chg="addSp delSp modSp mod">
        <pc:chgData name="Marianne BRUSSET" userId="007a0be6-14ec-485f-ab47-f0a6b74bd6b2" providerId="ADAL" clId="{3E970BAF-29A4-4AA0-9531-3ED174765FCB}" dt="2024-10-23T07:11:41.010" v="138" actId="1076"/>
        <pc:sldMkLst>
          <pc:docMk/>
          <pc:sldMk cId="2758489527" sldId="385"/>
        </pc:sldMkLst>
      </pc:sldChg>
      <pc:sldChg chg="delSp del mod">
        <pc:chgData name="Marianne BRUSSET" userId="007a0be6-14ec-485f-ab47-f0a6b74bd6b2" providerId="ADAL" clId="{3E970BAF-29A4-4AA0-9531-3ED174765FCB}" dt="2024-10-23T07:11:52.198" v="141" actId="47"/>
        <pc:sldMkLst>
          <pc:docMk/>
          <pc:sldMk cId="63803191" sldId="386"/>
        </pc:sldMkLst>
      </pc:sldChg>
      <pc:sldChg chg="modSp add mod">
        <pc:chgData name="Marianne BRUSSET" userId="007a0be6-14ec-485f-ab47-f0a6b74bd6b2" providerId="ADAL" clId="{3E970BAF-29A4-4AA0-9531-3ED174765FCB}" dt="2024-10-23T07:10:12.595" v="105" actId="207"/>
        <pc:sldMkLst>
          <pc:docMk/>
          <pc:sldMk cId="2152273612" sldId="393"/>
        </pc:sldMkLst>
      </pc:sldChg>
      <pc:sldChg chg="modSp add mod">
        <pc:chgData name="Marianne BRUSSET" userId="007a0be6-14ec-485f-ab47-f0a6b74bd6b2" providerId="ADAL" clId="{3E970BAF-29A4-4AA0-9531-3ED174765FCB}" dt="2024-10-23T07:13:11.669" v="172" actId="207"/>
        <pc:sldMkLst>
          <pc:docMk/>
          <pc:sldMk cId="837532798" sldId="394"/>
        </pc:sldMkLst>
      </pc:sldChg>
    </pc:docChg>
  </pc:docChgLst>
  <pc:docChgLst>
    <pc:chgData name="Sophie OSMONT" userId="5fea8f1c-0f3a-481d-a962-1f07b848a953" providerId="ADAL" clId="{E5256C9F-8D86-4BD7-8A01-F9CA8FEDC4C7}"/>
    <pc:docChg chg="undo custSel modSld">
      <pc:chgData name="Sophie OSMONT" userId="5fea8f1c-0f3a-481d-a962-1f07b848a953" providerId="ADAL" clId="{E5256C9F-8D86-4BD7-8A01-F9CA8FEDC4C7}" dt="2025-10-16T10:11:49.108" v="959" actId="20577"/>
      <pc:docMkLst>
        <pc:docMk/>
      </pc:docMkLst>
      <pc:sldChg chg="addSp delSp modSp mod">
        <pc:chgData name="Sophie OSMONT" userId="5fea8f1c-0f3a-481d-a962-1f07b848a953" providerId="ADAL" clId="{E5256C9F-8D86-4BD7-8A01-F9CA8FEDC4C7}" dt="2025-10-15T09:52:27.112" v="338" actId="1076"/>
        <pc:sldMkLst>
          <pc:docMk/>
          <pc:sldMk cId="2382265234" sldId="257"/>
        </pc:sldMkLst>
      </pc:sldChg>
      <pc:sldChg chg="addSp delSp modSp mod modNotesTx">
        <pc:chgData name="Sophie OSMONT" userId="5fea8f1c-0f3a-481d-a962-1f07b848a953" providerId="ADAL" clId="{E5256C9F-8D86-4BD7-8A01-F9CA8FEDC4C7}" dt="2025-10-16T09:12:03.405" v="932" actId="20577"/>
        <pc:sldMkLst>
          <pc:docMk/>
          <pc:sldMk cId="0" sldId="260"/>
        </pc:sldMkLst>
      </pc:sldChg>
      <pc:sldChg chg="addSp delSp modSp mod modNotesTx">
        <pc:chgData name="Sophie OSMONT" userId="5fea8f1c-0f3a-481d-a962-1f07b848a953" providerId="ADAL" clId="{E5256C9F-8D86-4BD7-8A01-F9CA8FEDC4C7}" dt="2025-10-16T09:12:11.455" v="933" actId="20577"/>
        <pc:sldMkLst>
          <pc:docMk/>
          <pc:sldMk cId="0" sldId="263"/>
        </pc:sldMkLst>
      </pc:sldChg>
      <pc:sldChg chg="addSp delSp modSp mod modNotesTx">
        <pc:chgData name="Sophie OSMONT" userId="5fea8f1c-0f3a-481d-a962-1f07b848a953" providerId="ADAL" clId="{E5256C9F-8D86-4BD7-8A01-F9CA8FEDC4C7}" dt="2025-10-16T09:20:02.171" v="950" actId="207"/>
        <pc:sldMkLst>
          <pc:docMk/>
          <pc:sldMk cId="0" sldId="266"/>
        </pc:sldMkLst>
      </pc:sldChg>
      <pc:sldChg chg="addSp delSp modSp mod modNotesTx">
        <pc:chgData name="Sophie OSMONT" userId="5fea8f1c-0f3a-481d-a962-1f07b848a953" providerId="ADAL" clId="{E5256C9F-8D86-4BD7-8A01-F9CA8FEDC4C7}" dt="2025-10-16T09:20:06.013" v="951" actId="207"/>
        <pc:sldMkLst>
          <pc:docMk/>
          <pc:sldMk cId="0" sldId="269"/>
        </pc:sldMkLst>
      </pc:sldChg>
      <pc:sldChg chg="addSp delSp modSp mod modNotesTx">
        <pc:chgData name="Sophie OSMONT" userId="5fea8f1c-0f3a-481d-a962-1f07b848a953" providerId="ADAL" clId="{E5256C9F-8D86-4BD7-8A01-F9CA8FEDC4C7}" dt="2025-10-16T09:20:09.616" v="952" actId="207"/>
        <pc:sldMkLst>
          <pc:docMk/>
          <pc:sldMk cId="0" sldId="272"/>
        </pc:sldMkLst>
      </pc:sldChg>
      <pc:sldChg chg="modSp mod">
        <pc:chgData name="Sophie OSMONT" userId="5fea8f1c-0f3a-481d-a962-1f07b848a953" providerId="ADAL" clId="{E5256C9F-8D86-4BD7-8A01-F9CA8FEDC4C7}" dt="2025-10-16T07:50:39.405" v="704" actId="20577"/>
        <pc:sldMkLst>
          <pc:docMk/>
          <pc:sldMk cId="1318436630" sldId="295"/>
        </pc:sldMkLst>
      </pc:sldChg>
      <pc:sldChg chg="addSp delSp modSp mod">
        <pc:chgData name="Sophie OSMONT" userId="5fea8f1c-0f3a-481d-a962-1f07b848a953" providerId="ADAL" clId="{E5256C9F-8D86-4BD7-8A01-F9CA8FEDC4C7}" dt="2025-10-13T14:17:30.091" v="303" actId="20577"/>
        <pc:sldMkLst>
          <pc:docMk/>
          <pc:sldMk cId="2234218884" sldId="314"/>
        </pc:sldMkLst>
      </pc:sldChg>
      <pc:sldChg chg="modSp mod">
        <pc:chgData name="Sophie OSMONT" userId="5fea8f1c-0f3a-481d-a962-1f07b848a953" providerId="ADAL" clId="{E5256C9F-8D86-4BD7-8A01-F9CA8FEDC4C7}" dt="2025-10-16T07:50:27.340" v="696" actId="20577"/>
        <pc:sldMkLst>
          <pc:docMk/>
          <pc:sldMk cId="2310637153" sldId="320"/>
        </pc:sldMkLst>
      </pc:sldChg>
      <pc:sldChg chg="modSp mod">
        <pc:chgData name="Sophie OSMONT" userId="5fea8f1c-0f3a-481d-a962-1f07b848a953" providerId="ADAL" clId="{E5256C9F-8D86-4BD7-8A01-F9CA8FEDC4C7}" dt="2025-10-16T07:53:33.483" v="714" actId="20577"/>
        <pc:sldMkLst>
          <pc:docMk/>
          <pc:sldMk cId="468071145" sldId="352"/>
        </pc:sldMkLst>
      </pc:sldChg>
      <pc:sldChg chg="modSp mod">
        <pc:chgData name="Sophie OSMONT" userId="5fea8f1c-0f3a-481d-a962-1f07b848a953" providerId="ADAL" clId="{E5256C9F-8D86-4BD7-8A01-F9CA8FEDC4C7}" dt="2025-10-16T07:51:04.711" v="710" actId="20577"/>
        <pc:sldMkLst>
          <pc:docMk/>
          <pc:sldMk cId="1664424328" sldId="367"/>
        </pc:sldMkLst>
      </pc:sldChg>
      <pc:sldChg chg="addSp delSp modSp mod">
        <pc:chgData name="Sophie OSMONT" userId="5fea8f1c-0f3a-481d-a962-1f07b848a953" providerId="ADAL" clId="{E5256C9F-8D86-4BD7-8A01-F9CA8FEDC4C7}" dt="2025-10-16T10:11:49.108" v="959" actId="20577"/>
        <pc:sldMkLst>
          <pc:docMk/>
          <pc:sldMk cId="2437170341" sldId="368"/>
        </pc:sldMkLst>
      </pc:sldChg>
      <pc:sldChg chg="modSp mod">
        <pc:chgData name="Sophie OSMONT" userId="5fea8f1c-0f3a-481d-a962-1f07b848a953" providerId="ADAL" clId="{E5256C9F-8D86-4BD7-8A01-F9CA8FEDC4C7}" dt="2025-10-16T07:50:33.400" v="702" actId="20577"/>
        <pc:sldMkLst>
          <pc:docMk/>
          <pc:sldMk cId="29165941" sldId="369"/>
        </pc:sldMkLst>
      </pc:sldChg>
      <pc:sldChg chg="addSp modSp mod">
        <pc:chgData name="Sophie OSMONT" userId="5fea8f1c-0f3a-481d-a962-1f07b848a953" providerId="ADAL" clId="{E5256C9F-8D86-4BD7-8A01-F9CA8FEDC4C7}" dt="2025-10-16T07:50:17.171" v="692" actId="20577"/>
        <pc:sldMkLst>
          <pc:docMk/>
          <pc:sldMk cId="1107592078" sldId="370"/>
        </pc:sldMkLst>
      </pc:sldChg>
      <pc:sldChg chg="addSp delSp modSp mod">
        <pc:chgData name="Sophie OSMONT" userId="5fea8f1c-0f3a-481d-a962-1f07b848a953" providerId="ADAL" clId="{E5256C9F-8D86-4BD7-8A01-F9CA8FEDC4C7}" dt="2025-10-16T07:50:08.058" v="688" actId="20577"/>
        <pc:sldMkLst>
          <pc:docMk/>
          <pc:sldMk cId="375141945" sldId="371"/>
        </pc:sldMkLst>
      </pc:sldChg>
      <pc:sldChg chg="addSp delSp modSp mod">
        <pc:chgData name="Sophie OSMONT" userId="5fea8f1c-0f3a-481d-a962-1f07b848a953" providerId="ADAL" clId="{E5256C9F-8D86-4BD7-8A01-F9CA8FEDC4C7}" dt="2025-10-06T08:09:33.858" v="244" actId="14100"/>
        <pc:sldMkLst>
          <pc:docMk/>
          <pc:sldMk cId="2554398661" sldId="378"/>
        </pc:sldMkLst>
      </pc:sldChg>
      <pc:sldChg chg="modSp mod">
        <pc:chgData name="Sophie OSMONT" userId="5fea8f1c-0f3a-481d-a962-1f07b848a953" providerId="ADAL" clId="{E5256C9F-8D86-4BD7-8A01-F9CA8FEDC4C7}" dt="2025-10-16T07:54:10.024" v="790" actId="1037"/>
        <pc:sldMkLst>
          <pc:docMk/>
          <pc:sldMk cId="1744997145" sldId="379"/>
        </pc:sldMkLst>
      </pc:sldChg>
      <pc:sldChg chg="modSp mod">
        <pc:chgData name="Sophie OSMONT" userId="5fea8f1c-0f3a-481d-a962-1f07b848a953" providerId="ADAL" clId="{E5256C9F-8D86-4BD7-8A01-F9CA8FEDC4C7}" dt="2025-10-16T07:51:01.151" v="708" actId="20577"/>
        <pc:sldMkLst>
          <pc:docMk/>
          <pc:sldMk cId="3058245608" sldId="387"/>
        </pc:sldMkLst>
      </pc:sldChg>
      <pc:sldChg chg="delSp modSp mod">
        <pc:chgData name="Sophie OSMONT" userId="5fea8f1c-0f3a-481d-a962-1f07b848a953" providerId="ADAL" clId="{E5256C9F-8D86-4BD7-8A01-F9CA8FEDC4C7}" dt="2025-10-16T07:50:57.164" v="706" actId="20577"/>
        <pc:sldMkLst>
          <pc:docMk/>
          <pc:sldMk cId="1428825380" sldId="389"/>
        </pc:sldMkLst>
      </pc:sldChg>
      <pc:sldChg chg="addSp delSp modSp mod">
        <pc:chgData name="Sophie OSMONT" userId="5fea8f1c-0f3a-481d-a962-1f07b848a953" providerId="ADAL" clId="{E5256C9F-8D86-4BD7-8A01-F9CA8FEDC4C7}" dt="2025-10-16T07:50:21.057" v="694" actId="6549"/>
        <pc:sldMkLst>
          <pc:docMk/>
          <pc:sldMk cId="2413223325" sldId="390"/>
        </pc:sldMkLst>
      </pc:sldChg>
      <pc:sldChg chg="modSp mod">
        <pc:chgData name="Sophie OSMONT" userId="5fea8f1c-0f3a-481d-a962-1f07b848a953" providerId="ADAL" clId="{E5256C9F-8D86-4BD7-8A01-F9CA8FEDC4C7}" dt="2025-10-16T07:50:02.819" v="686" actId="20577"/>
        <pc:sldMkLst>
          <pc:docMk/>
          <pc:sldMk cId="2051991281" sldId="392"/>
        </pc:sldMkLst>
      </pc:sldChg>
      <pc:sldChg chg="addSp delSp modSp mod">
        <pc:chgData name="Sophie OSMONT" userId="5fea8f1c-0f3a-481d-a962-1f07b848a953" providerId="ADAL" clId="{E5256C9F-8D86-4BD7-8A01-F9CA8FEDC4C7}" dt="2025-10-16T07:50:11.380" v="690" actId="20577"/>
        <pc:sldMkLst>
          <pc:docMk/>
          <pc:sldMk cId="4168885829" sldId="396"/>
        </pc:sldMkLst>
      </pc:sldChg>
      <pc:sldChg chg="modSp mod">
        <pc:chgData name="Sophie OSMONT" userId="5fea8f1c-0f3a-481d-a962-1f07b848a953" providerId="ADAL" clId="{E5256C9F-8D86-4BD7-8A01-F9CA8FEDC4C7}" dt="2025-10-16T07:47:52.739" v="658" actId="20577"/>
        <pc:sldMkLst>
          <pc:docMk/>
          <pc:sldMk cId="1881272027" sldId="398"/>
        </pc:sldMkLst>
      </pc:sldChg>
      <pc:sldChg chg="addSp delSp modSp mod">
        <pc:chgData name="Sophie OSMONT" userId="5fea8f1c-0f3a-481d-a962-1f07b848a953" providerId="ADAL" clId="{E5256C9F-8D86-4BD7-8A01-F9CA8FEDC4C7}" dt="2025-10-16T07:43:00.557" v="417" actId="1076"/>
        <pc:sldMkLst>
          <pc:docMk/>
          <pc:sldMk cId="0" sldId="399"/>
        </pc:sldMkLst>
        <pc:picChg chg="add mod">
          <ac:chgData name="Sophie OSMONT" userId="5fea8f1c-0f3a-481d-a962-1f07b848a953" providerId="ADAL" clId="{E5256C9F-8D86-4BD7-8A01-F9CA8FEDC4C7}" dt="2025-10-16T07:41:37.495" v="365" actId="1037"/>
          <ac:picMkLst>
            <pc:docMk/>
            <pc:sldMk cId="0" sldId="399"/>
            <ac:picMk id="3" creationId="{77E893FC-88DF-AA6D-1860-B7E59F0147AC}"/>
          </ac:picMkLst>
        </pc:picChg>
      </pc:sldChg>
    </pc:docChg>
  </pc:docChgLst>
  <pc:docChgLst>
    <pc:chgData name="Alizée ROUSSET" userId="b99fc12d-ed6f-43be-b30c-d3ca15348cc9" providerId="ADAL" clId="{A09EA7C7-A324-41AF-A745-C542E29C7938}"/>
    <pc:docChg chg="undo custSel modSld">
      <pc:chgData name="Alizée ROUSSET" userId="b99fc12d-ed6f-43be-b30c-d3ca15348cc9" providerId="ADAL" clId="{A09EA7C7-A324-41AF-A745-C542E29C7938}" dt="2024-09-23T14:17:58.955" v="526" actId="1076"/>
      <pc:docMkLst>
        <pc:docMk/>
      </pc:docMkLst>
      <pc:sldChg chg="modSp mod">
        <pc:chgData name="Alizée ROUSSET" userId="b99fc12d-ed6f-43be-b30c-d3ca15348cc9" providerId="ADAL" clId="{A09EA7C7-A324-41AF-A745-C542E29C7938}" dt="2024-09-23T14:04:31.304" v="372" actId="20577"/>
        <pc:sldMkLst>
          <pc:docMk/>
          <pc:sldMk cId="1557399496" sldId="358"/>
        </pc:sldMkLst>
      </pc:sldChg>
      <pc:sldChg chg="addSp delSp modSp mod">
        <pc:chgData name="Alizée ROUSSET" userId="b99fc12d-ed6f-43be-b30c-d3ca15348cc9" providerId="ADAL" clId="{A09EA7C7-A324-41AF-A745-C542E29C7938}" dt="2024-09-23T14:05:20.729" v="382" actId="207"/>
        <pc:sldMkLst>
          <pc:docMk/>
          <pc:sldMk cId="1107592078" sldId="370"/>
        </pc:sldMkLst>
      </pc:sldChg>
      <pc:sldChg chg="addSp delSp modSp mod">
        <pc:chgData name="Alizée ROUSSET" userId="b99fc12d-ed6f-43be-b30c-d3ca15348cc9" providerId="ADAL" clId="{A09EA7C7-A324-41AF-A745-C542E29C7938}" dt="2024-09-23T14:17:58.955" v="526" actId="1076"/>
        <pc:sldMkLst>
          <pc:docMk/>
          <pc:sldMk cId="1744997145" sldId="379"/>
        </pc:sldMkLst>
      </pc:sldChg>
    </pc:docChg>
  </pc:docChgLst>
  <pc:docChgLst>
    <pc:chgData name="Mélie BOISSÉ" userId="c35deb71-7bb5-4d53-b84d-bcf9d14860d6" providerId="ADAL" clId="{088A80C3-5584-4F90-8737-5F1AD03EC582}"/>
    <pc:docChg chg="undo custSel modSld sldOrd">
      <pc:chgData name="Mélie BOISSÉ" userId="c35deb71-7bb5-4d53-b84d-bcf9d14860d6" providerId="ADAL" clId="{088A80C3-5584-4F90-8737-5F1AD03EC582}" dt="2024-10-16T09:43:57.553" v="729" actId="20577"/>
      <pc:docMkLst>
        <pc:docMk/>
      </pc:docMkLst>
      <pc:sldChg chg="delSp modSp mod">
        <pc:chgData name="Mélie BOISSÉ" userId="c35deb71-7bb5-4d53-b84d-bcf9d14860d6" providerId="ADAL" clId="{088A80C3-5584-4F90-8737-5F1AD03EC582}" dt="2024-10-15T15:48:34.657" v="707" actId="1076"/>
        <pc:sldMkLst>
          <pc:docMk/>
          <pc:sldMk cId="1318436630" sldId="295"/>
        </pc:sldMkLst>
      </pc:sldChg>
      <pc:sldChg chg="addSp delSp modSp mod">
        <pc:chgData name="Mélie BOISSÉ" userId="c35deb71-7bb5-4d53-b84d-bcf9d14860d6" providerId="ADAL" clId="{088A80C3-5584-4F90-8737-5F1AD03EC582}" dt="2024-10-16T09:43:57.553" v="729" actId="20577"/>
        <pc:sldMkLst>
          <pc:docMk/>
          <pc:sldMk cId="2234218884" sldId="314"/>
        </pc:sldMkLst>
      </pc:sldChg>
      <pc:sldChg chg="delSp modSp mod ord">
        <pc:chgData name="Mélie BOISSÉ" userId="c35deb71-7bb5-4d53-b84d-bcf9d14860d6" providerId="ADAL" clId="{088A80C3-5584-4F90-8737-5F1AD03EC582}" dt="2024-10-15T15:08:34.130" v="313" actId="207"/>
        <pc:sldMkLst>
          <pc:docMk/>
          <pc:sldMk cId="29165941" sldId="369"/>
        </pc:sldMkLst>
      </pc:sldChg>
      <pc:sldChg chg="modSp mod ord">
        <pc:chgData name="Mélie BOISSÉ" userId="c35deb71-7bb5-4d53-b84d-bcf9d14860d6" providerId="ADAL" clId="{088A80C3-5584-4F90-8737-5F1AD03EC582}" dt="2024-10-15T15:03:14.297" v="162" actId="20577"/>
        <pc:sldMkLst>
          <pc:docMk/>
          <pc:sldMk cId="1428825380" sldId="38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5AE6101-8B9F-2E3C-A5FC-6DD69472AF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1919D4-C64A-F2C1-452A-50EDFF4525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37E26-164C-4A07-9C22-BE4D8C9CB92C}" type="datetimeFigureOut">
              <a:rPr lang="fr-FR" smtClean="0"/>
              <a:t>28/10/2025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B1718E-674C-B03A-CE87-88F71441CA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171F87-2AD7-CF00-D279-C36D19B656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373A8-30C0-4E09-A4B4-978F24415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579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6003E-4F8E-4F98-ABC2-810F7EEB90B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11727-86B3-4A31-853C-10CDD101E5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43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931f1772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200">
                <a:solidFill>
                  <a:schemeClr val="dk1"/>
                </a:solidFill>
                <a:highlight>
                  <a:schemeClr val="lt1"/>
                </a:highlight>
              </a:rPr>
              <a:t>Décembre : remise non appliquée</a:t>
            </a:r>
          </a:p>
        </p:txBody>
      </p:sp>
      <p:sp>
        <p:nvSpPr>
          <p:cNvPr id="88" name="Google Shape;88;g38931f1772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F8A3671B-0A7C-6550-7D78-5C5A0197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931f1772d_0_125:notes">
            <a:extLst>
              <a:ext uri="{FF2B5EF4-FFF2-40B4-BE49-F238E27FC236}">
                <a16:creationId xmlns:a16="http://schemas.microsoft.com/office/drawing/2014/main" id="{9034841A-71C6-42A0-12D5-E6FD7BCF8C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200">
                <a:solidFill>
                  <a:schemeClr val="dk1"/>
                </a:solidFill>
                <a:highlight>
                  <a:schemeClr val="lt1"/>
                </a:highlight>
              </a:rPr>
              <a:t>Décembre : remise non appliquée</a:t>
            </a:r>
          </a:p>
        </p:txBody>
      </p:sp>
      <p:sp>
        <p:nvSpPr>
          <p:cNvPr id="88" name="Google Shape;88;g38931f1772d_0_125:notes">
            <a:extLst>
              <a:ext uri="{FF2B5EF4-FFF2-40B4-BE49-F238E27FC236}">
                <a16:creationId xmlns:a16="http://schemas.microsoft.com/office/drawing/2014/main" id="{91B52FA4-CBB9-1C32-FBCE-C3E5231662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2027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EDC04C6E-9016-88D2-44B0-B704CE80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931f1772d_0_125:notes">
            <a:extLst>
              <a:ext uri="{FF2B5EF4-FFF2-40B4-BE49-F238E27FC236}">
                <a16:creationId xmlns:a16="http://schemas.microsoft.com/office/drawing/2014/main" id="{B4DF31BC-D350-4974-C3BA-B31AEE8B1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200">
                <a:solidFill>
                  <a:schemeClr val="dk1"/>
                </a:solidFill>
                <a:highlight>
                  <a:schemeClr val="lt1"/>
                </a:highlight>
              </a:rPr>
              <a:t>Décembre : remise non appliquée</a:t>
            </a:r>
          </a:p>
        </p:txBody>
      </p:sp>
      <p:sp>
        <p:nvSpPr>
          <p:cNvPr id="88" name="Google Shape;88;g38931f1772d_0_125:notes">
            <a:extLst>
              <a:ext uri="{FF2B5EF4-FFF2-40B4-BE49-F238E27FC236}">
                <a16:creationId xmlns:a16="http://schemas.microsoft.com/office/drawing/2014/main" id="{42AE5382-7827-C157-0BA1-DFA4FCAC69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8355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BCFBB-DE00-1452-8103-2BD96E76B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225D3EB-DB7D-12F0-0F0E-26FF0C62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ABD76D-CB41-CA32-2039-FFBD99EE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22BCDE-61D1-AD28-44D8-8FEE6DD8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34C724-0714-CC13-55E8-E2BAAB40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8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AF4BA-262E-85D0-8A0A-887329A8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976E13-E7DD-4B4D-0635-DF3196E93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ED518A-D13C-C99B-CD57-73A790E3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6FCC83-C5D3-EC35-84F3-38DA4665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C0300B-573B-B6A3-5A86-83BF2419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739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36A16F-2775-58D7-AEBC-79BAA4974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FE8B08-A56C-C9B9-926F-A742CABFD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CAE72C-3D12-446F-D56C-01B74545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062DF0-B8B0-49CA-DD16-F499D0BC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B2C2F9-C4CA-9372-67B0-9B2F1894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C09C2491-2E29-5694-C599-74BAB14B2A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147" y="6387195"/>
            <a:ext cx="850520" cy="211357"/>
          </a:xfrm>
          <a:prstGeom prst="rect">
            <a:avLst/>
          </a:prstGeom>
        </p:spPr>
      </p:pic>
      <p:pic>
        <p:nvPicPr>
          <p:cNvPr id="8" name="Image 7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D1D71B31-C6BD-FC46-FCBE-15BE5CF068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298" y="6361310"/>
            <a:ext cx="850520" cy="2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35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77173-BE4A-F44F-6F11-6F98490B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BFDBE3-D883-A40E-4E66-8A9E04DE3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E711CA-99AB-C3E1-44A4-F08C7B4CA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2C4248-F94C-8BA4-7416-05A991FF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E3EF12-B005-1BB6-D0CF-C6C73B19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8B356F-0EDE-E108-5ED1-1A791AE1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344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92942-203E-0C28-AB5F-DDE9F16EB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4BC7D9-D46F-6C13-D317-C10CA331B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A84E6E-308A-1903-3E4C-B7312AE58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208666-3C8C-D101-F3EF-4C686FF7A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44EDE5-ECAA-D769-98B2-857567E30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05782C-5425-19DB-F356-C7E95FEC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26C57E6-2EB8-A3D7-FB92-E39E3B19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C11F60-7E37-B103-0353-A9B81DDD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061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5344E9-D3AC-EBFD-B629-D3E66027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FFE67E3-047A-BCB7-7876-7CD54644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BDBF029-0B45-1CF5-B415-C5354546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61BE91-7212-986A-11B3-D0AAC725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15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297637-7342-9A8A-2A71-B246368E6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F3BA09E-D78D-E81A-2475-F9DDCAE3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D017B6-6F06-EB46-AE84-BDA5CA14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46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DB8FB-9097-EA48-9B42-268D1AEF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4454E0-6643-39D5-C10E-2E906F484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E02EBA-A0ED-9D06-D1E9-186E79550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2997F8-7E4E-F537-F267-8EFB6E35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C80D86-F955-6340-9BCA-60995F21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E9B5D7-276E-B477-5663-BCAEE674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868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B4CC9-F928-BF15-66B4-AB7F15D97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DD0807-7DA8-9D7C-1C88-EC3E3674C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4205EC-0678-8547-BC3C-133A1F6EA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8683F8-45F2-695F-E4D1-B4C59FD5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BA40DA-E273-BB8E-E936-10AFBC51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5F728D-62AA-CFB6-1AAD-D08774FC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766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E5B74-DAD3-FBA3-15FA-C62407DA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49C835-6686-2D66-AFBE-0DA8373C4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308B66-309E-47B1-B5CD-59C106CF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6E725C-B836-5ED1-48E9-7B6C6FD1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EF85B9-1E9A-60ED-21AF-89A74C78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0970715-9CC5-9295-1557-5D2AA4073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910642-E28C-8D5F-9BBB-55BC56557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EE07C5-0075-656B-128F-C35AA63E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0F8A84-265E-412E-6F8B-417EAC57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DA339D-AE70-6BBD-5294-50231CE84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979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5351B5D-DC6E-1234-A1A5-647CDE17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E7B17D-2BAE-59C7-29F8-0C2A837A3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AF3B05-CDA0-BAD6-7DFD-3EF0CCE8E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97AED-4BB3-401B-97BB-867BBC5D074A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344EEF-0837-F77E-61EC-9613FBABF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8897A0-3509-D150-E828-EA9AF2415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92FBC-4918-48BC-A087-C75D113A14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98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404AFC-216D-C32C-C676-010163AD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8739" y="2766218"/>
            <a:ext cx="4734963" cy="1325563"/>
          </a:xfrm>
        </p:spPr>
        <p:txBody>
          <a:bodyPr>
            <a:normAutofit fontScale="90000"/>
          </a:bodyPr>
          <a:lstStyle/>
          <a:p>
            <a:r>
              <a:rPr lang="fr-FR">
                <a:solidFill>
                  <a:srgbClr val="EC0515"/>
                </a:solidFill>
              </a:rPr>
              <a:t>B</a:t>
            </a:r>
            <a:r>
              <a:rPr lang="fr-FR"/>
              <a:t>lind tests 2025 / SAV</a:t>
            </a:r>
            <a:br>
              <a:rPr lang="fr-FR"/>
            </a:br>
            <a:r>
              <a:rPr lang="fr-FR" sz="3100"/>
              <a:t>Sites dédiés </a:t>
            </a:r>
            <a:br>
              <a:rPr lang="fr-FR" sz="3100"/>
            </a:br>
            <a:r>
              <a:rPr lang="fr-FR" sz="3100"/>
              <a:t>&amp; lignes téléphoniques</a:t>
            </a:r>
            <a:endParaRPr lang="fr-FR"/>
          </a:p>
        </p:txBody>
      </p:sp>
      <p:pic>
        <p:nvPicPr>
          <p:cNvPr id="28674" name="Picture 2" descr="homme assis sur un tabouret près du mur">
            <a:extLst>
              <a:ext uri="{FF2B5EF4-FFF2-40B4-BE49-F238E27FC236}">
                <a16:creationId xmlns:a16="http://schemas.microsoft.com/office/drawing/2014/main" id="{65FE3AEA-2F98-28DC-9688-9EE8CE2D8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80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63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g38931f1772d_0_125"/>
          <p:cNvCxnSpPr/>
          <p:nvPr/>
        </p:nvCxnSpPr>
        <p:spPr>
          <a:xfrm>
            <a:off x="819539" y="1019141"/>
            <a:ext cx="10719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g38931f1772d_0_125"/>
          <p:cNvSpPr txBox="1"/>
          <p:nvPr/>
        </p:nvSpPr>
        <p:spPr>
          <a:xfrm>
            <a:off x="2824681" y="2039266"/>
            <a:ext cx="2168497" cy="7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1600" b="1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{moyenne des tests sites réussis} %</a:t>
            </a:r>
            <a:endParaRPr sz="1100" b="0" i="0" u="none" strike="noStrike" cap="none" dirty="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Tests réussis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8931f1772d_0_125"/>
          <p:cNvCxnSpPr/>
          <p:nvPr/>
        </p:nvCxnSpPr>
        <p:spPr>
          <a:xfrm>
            <a:off x="1686962" y="3456160"/>
            <a:ext cx="88182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g38931f1772d_0_125"/>
          <p:cNvSpPr txBox="1"/>
          <p:nvPr/>
        </p:nvSpPr>
        <p:spPr>
          <a:xfrm>
            <a:off x="7663222" y="1899850"/>
            <a:ext cx="20580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Naming</a:t>
            </a:r>
            <a:r>
              <a:rPr lang="fr-F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remise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900" b="1" dirty="0">
                <a:solidFill>
                  <a:schemeClr val="dk1"/>
                </a:solidFill>
              </a:rPr>
              <a:t>{nom de la remise}</a:t>
            </a:r>
            <a:endParaRPr sz="3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8931f1772d_0_125"/>
          <p:cNvSpPr txBox="1"/>
          <p:nvPr/>
        </p:nvSpPr>
        <p:spPr>
          <a:xfrm rot="-5400000">
            <a:off x="143246" y="1944352"/>
            <a:ext cx="14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Test site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8931f1772d_0_125"/>
          <p:cNvSpPr txBox="1"/>
          <p:nvPr/>
        </p:nvSpPr>
        <p:spPr>
          <a:xfrm rot="-5400000">
            <a:off x="138038" y="4309684"/>
            <a:ext cx="14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Test ligne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8931f1772d_0_125"/>
          <p:cNvSpPr txBox="1"/>
          <p:nvPr/>
        </p:nvSpPr>
        <p:spPr>
          <a:xfrm>
            <a:off x="1686962" y="4616631"/>
            <a:ext cx="14487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fr-FR" sz="1400" b="1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{moyenne des tests lignes réussis} %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Tests réussis</a:t>
            </a:r>
            <a:endParaRPr lang="fr-F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8931f1772d_0_125"/>
          <p:cNvSpPr txBox="1"/>
          <p:nvPr/>
        </p:nvSpPr>
        <p:spPr>
          <a:xfrm>
            <a:off x="3814791" y="4629482"/>
            <a:ext cx="208214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Temps d’attente moyen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1" i="0" u="none" strike="noStrike" cap="none" dirty="0">
                <a:solidFill>
                  <a:srgbClr val="00B05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{temps d’attente/nombre de test effectués}</a:t>
            </a:r>
            <a:endParaRPr sz="1400" b="1" i="0" u="none" strike="noStrike" cap="none" dirty="0">
              <a:solidFill>
                <a:srgbClr val="00B05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98" name="Google Shape;98;g38931f1772d_0_125"/>
          <p:cNvSpPr txBox="1"/>
          <p:nvPr/>
        </p:nvSpPr>
        <p:spPr>
          <a:xfrm>
            <a:off x="6627456" y="4629482"/>
            <a:ext cx="1749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Messagerie dédiée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1" i="0" u="none" strike="noStrike" cap="none" dirty="0">
                <a:solidFill>
                  <a:srgbClr val="EC0515"/>
                </a:solidFill>
                <a:latin typeface="Arial"/>
                <a:ea typeface="Arial"/>
                <a:cs typeface="Arial"/>
                <a:sym typeface="Arial"/>
              </a:rPr>
              <a:t>{info case MD}</a:t>
            </a:r>
            <a:endParaRPr sz="1800" b="0" i="0" u="none" strike="noStrike" cap="none" dirty="0">
              <a:solidFill>
                <a:srgbClr val="EC051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Décroche dédiée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1400"/>
            </a:pPr>
            <a:r>
              <a:rPr lang="fr-FR" sz="1400" b="1" dirty="0">
                <a:solidFill>
                  <a:srgbClr val="EC0515"/>
                </a:solidFill>
                <a:latin typeface="Arial"/>
                <a:ea typeface="Arial"/>
                <a:cs typeface="Arial"/>
                <a:sym typeface="Arial"/>
              </a:rPr>
              <a:t>{info case DD}</a:t>
            </a:r>
            <a:endParaRPr lang="fr-FR" dirty="0">
              <a:solidFill>
                <a:srgbClr val="EC0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8931f1772d_0_125"/>
          <p:cNvSpPr txBox="1"/>
          <p:nvPr/>
        </p:nvSpPr>
        <p:spPr>
          <a:xfrm>
            <a:off x="9107877" y="4616631"/>
            <a:ext cx="14205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Accueil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{commentaire sur l’accueil}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38931f1772d_0_125" descr="Une image contenant Police, Graphique, capture d’écran, graphisme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3483" y="6479879"/>
            <a:ext cx="850520" cy="21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8931f1772d_0_125"/>
          <p:cNvSpPr txBox="1">
            <a:spLocks noGrp="1"/>
          </p:cNvSpPr>
          <p:nvPr>
            <p:ph type="title"/>
          </p:nvPr>
        </p:nvSpPr>
        <p:spPr>
          <a:xfrm>
            <a:off x="838200" y="231776"/>
            <a:ext cx="105156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EC0515"/>
              </a:buClr>
              <a:buSzPts val="3600"/>
            </a:pPr>
            <a:r>
              <a:rPr lang="fr-FR" sz="3600" dirty="0">
                <a:solidFill>
                  <a:srgbClr val="EC0515"/>
                </a:solidFill>
                <a:latin typeface="Abadi" panose="020B0604020104020204" pitchFamily="34" charset="0"/>
              </a:rPr>
              <a:t>B</a:t>
            </a:r>
            <a:r>
              <a:rPr lang="fr-FR" sz="3600" dirty="0">
                <a:latin typeface="Abadi" panose="020B0604020104020204" pitchFamily="34" charset="0"/>
              </a:rPr>
              <a:t>lind test – {</a:t>
            </a:r>
            <a:r>
              <a:rPr lang="fr-FR" sz="3600" dirty="0" err="1">
                <a:latin typeface="Abadi" panose="020B0604020104020204" pitchFamily="34" charset="0"/>
              </a:rPr>
              <a:t>PartnerName</a:t>
            </a:r>
            <a:r>
              <a:rPr lang="fr-FR" sz="3600" dirty="0">
                <a:latin typeface="Abadi" panose="020B0604020104020204" pitchFamily="34" charset="0"/>
              </a:rPr>
              <a:t> } x {</a:t>
            </a:r>
            <a:r>
              <a:rPr lang="fr-FR" sz="3600" dirty="0" err="1">
                <a:latin typeface="Abadi" panose="020B0604020104020204" pitchFamily="34" charset="0"/>
              </a:rPr>
              <a:t>ProgramName</a:t>
            </a:r>
            <a:r>
              <a:rPr lang="fr-FR" sz="3600" dirty="0">
                <a:latin typeface="Abadi" panose="020B0604020104020204" pitchFamily="34" charset="0"/>
              </a:rPr>
              <a:t>}</a:t>
            </a:r>
            <a:endParaRPr dirty="0"/>
          </a:p>
        </p:txBody>
      </p:sp>
      <p:pic>
        <p:nvPicPr>
          <p:cNvPr id="104" name="Google Shape;104;g38931f1772d_0_125" descr="Badge Tick1 avec un remplissage un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9312" y="1446467"/>
            <a:ext cx="305820" cy="30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8931f1772d_0_125" descr="Badge Tick1 avec un remplissage un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3174" y="3962793"/>
            <a:ext cx="305820" cy="30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8931f1772d_0_125" descr="Badge Tick1 avec un remplissage un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7358" y="3986319"/>
            <a:ext cx="305820" cy="30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8931f1772d_0_125" descr="Badge Tick1 avec un remplissage un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65192" y="3962793"/>
            <a:ext cx="305820" cy="30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8931f1772d_0_125" descr="Badge croix avec un remplissage uni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3760" y="3986319"/>
            <a:ext cx="305820" cy="30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40B11754-14A3-FDE8-53CA-24E6CEA94B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993" y="6453570"/>
            <a:ext cx="850520" cy="291111"/>
          </a:xfrm>
          <a:prstGeom prst="rect">
            <a:avLst/>
          </a:prstGeom>
        </p:spPr>
      </p:pic>
      <p:pic>
        <p:nvPicPr>
          <p:cNvPr id="3" name="Google Shape;108;g38931f1772d_0_125" descr="Badge croix avec un remplissage uni">
            <a:extLst>
              <a:ext uri="{FF2B5EF4-FFF2-40B4-BE49-F238E27FC236}">
                <a16:creationId xmlns:a16="http://schemas.microsoft.com/office/drawing/2014/main" id="{77E893FC-88DF-AA6D-1860-B7E59F0147A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73622" y="1453275"/>
            <a:ext cx="305820" cy="3058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BEC1191-FC96-D7B3-3796-18296505D04F}"/>
              </a:ext>
            </a:extLst>
          </p:cNvPr>
          <p:cNvSpPr txBox="1"/>
          <p:nvPr/>
        </p:nvSpPr>
        <p:spPr>
          <a:xfrm>
            <a:off x="384590" y="6280919"/>
            <a:ext cx="136681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latin typeface="Abadi Extra Light" panose="020B0204020104020204" pitchFamily="34" charset="0"/>
              </a:rPr>
              <a:t>Octobre 2025</a:t>
            </a:r>
            <a:br>
              <a:rPr lang="fr-FR" sz="1050" dirty="0">
                <a:latin typeface="Abadi Extra Light" panose="020B0204020104020204" pitchFamily="34" charset="0"/>
              </a:rPr>
            </a:br>
            <a:r>
              <a:rPr lang="fr-FR" sz="1050" dirty="0">
                <a:latin typeface="Abadi Extra Light" panose="020B0204020104020204" pitchFamily="34" charset="0"/>
              </a:rPr>
              <a:t>{Mois du trigger + année du trigger)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61EB0FA-F5FB-B9E5-6C25-20E38743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g38931f1772d_0_125">
            <a:extLst>
              <a:ext uri="{FF2B5EF4-FFF2-40B4-BE49-F238E27FC236}">
                <a16:creationId xmlns:a16="http://schemas.microsoft.com/office/drawing/2014/main" id="{CAA0865E-CB7C-9898-D6BD-9863D55F657F}"/>
              </a:ext>
            </a:extLst>
          </p:cNvPr>
          <p:cNvCxnSpPr/>
          <p:nvPr/>
        </p:nvCxnSpPr>
        <p:spPr>
          <a:xfrm>
            <a:off x="819539" y="1019141"/>
            <a:ext cx="10719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1" name="Google Shape;101;g38931f1772d_0_125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C1B5A3EE-B5D2-A9E4-6BF0-56B6FC3680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3483" y="6479879"/>
            <a:ext cx="850520" cy="21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8931f1772d_0_125">
            <a:extLst>
              <a:ext uri="{FF2B5EF4-FFF2-40B4-BE49-F238E27FC236}">
                <a16:creationId xmlns:a16="http://schemas.microsoft.com/office/drawing/2014/main" id="{C5D65F83-D14C-5E96-36BB-374E121D7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31776"/>
            <a:ext cx="105156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EC0515"/>
              </a:buClr>
              <a:buSzPts val="3600"/>
            </a:pPr>
            <a:r>
              <a:rPr lang="fr-FR" sz="3600" dirty="0">
                <a:solidFill>
                  <a:srgbClr val="EC0515"/>
                </a:solidFill>
                <a:latin typeface="Abadi" panose="020B0604020104020204" pitchFamily="34" charset="0"/>
              </a:rPr>
              <a:t>B</a:t>
            </a:r>
            <a:r>
              <a:rPr lang="fr-FR" sz="3600" dirty="0">
                <a:latin typeface="Abadi" panose="020B0604020104020204" pitchFamily="34" charset="0"/>
              </a:rPr>
              <a:t>lind test Sites – {</a:t>
            </a:r>
            <a:r>
              <a:rPr lang="fr-FR" sz="3600" dirty="0" err="1">
                <a:latin typeface="Abadi" panose="020B0604020104020204" pitchFamily="34" charset="0"/>
              </a:rPr>
              <a:t>PartnerName</a:t>
            </a:r>
            <a:r>
              <a:rPr lang="fr-FR" sz="3600" dirty="0">
                <a:latin typeface="Abadi" panose="020B0604020104020204" pitchFamily="34" charset="0"/>
              </a:rPr>
              <a:t> } x {</a:t>
            </a:r>
            <a:r>
              <a:rPr lang="fr-FR" sz="3600" dirty="0" err="1">
                <a:latin typeface="Abadi" panose="020B0604020104020204" pitchFamily="34" charset="0"/>
              </a:rPr>
              <a:t>ProgramName</a:t>
            </a:r>
            <a:r>
              <a:rPr lang="fr-FR" sz="3600" dirty="0">
                <a:latin typeface="Abadi" panose="020B0604020104020204" pitchFamily="34" charset="0"/>
              </a:rPr>
              <a:t>}</a:t>
            </a:r>
            <a:endParaRPr dirty="0"/>
          </a:p>
        </p:txBody>
      </p:sp>
      <p:pic>
        <p:nvPicPr>
          <p:cNvPr id="2" name="Image 1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F9C9411-A2AE-BCCE-FA81-136E1405C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993" y="6453570"/>
            <a:ext cx="850520" cy="291111"/>
          </a:xfrm>
          <a:prstGeom prst="rect">
            <a:avLst/>
          </a:prstGeom>
        </p:spPr>
      </p:pic>
      <p:graphicFrame>
        <p:nvGraphicFramePr>
          <p:cNvPr id="5" name="Google Shape;194;p21">
            <a:extLst>
              <a:ext uri="{FF2B5EF4-FFF2-40B4-BE49-F238E27FC236}">
                <a16:creationId xmlns:a16="http://schemas.microsoft.com/office/drawing/2014/main" id="{AA0E6989-6AE1-A892-E976-E6A4FB4BD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8945491"/>
              </p:ext>
            </p:extLst>
          </p:nvPr>
        </p:nvGraphicFramePr>
        <p:xfrm>
          <a:off x="488887" y="1019006"/>
          <a:ext cx="11208189" cy="51756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9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3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0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20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050" b="1" u="none" strike="noStrike" cap="none" dirty="0">
                          <a:solidFill>
                            <a:srgbClr val="000000"/>
                          </a:solidFill>
                        </a:rPr>
                        <a:t>Mois</a:t>
                      </a:r>
                      <a:endParaRPr sz="1050" b="1" u="none" strike="noStrike" cap="none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solidFill>
                            <a:srgbClr val="000000"/>
                          </a:solidFill>
                        </a:rPr>
                        <a:t>Date</a:t>
                      </a:r>
                      <a:endParaRPr sz="1100" b="1" u="none" strike="noStrike" cap="none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solidFill>
                            <a:srgbClr val="000000"/>
                          </a:solidFill>
                        </a:rPr>
                        <a:t>Application de la remise</a:t>
                      </a:r>
                      <a:endParaRPr sz="1100" b="1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solidFill>
                            <a:srgbClr val="000000"/>
                          </a:solidFill>
                        </a:rPr>
                        <a:t>Application claire de la remise</a:t>
                      </a:r>
                      <a:endParaRPr sz="1100" b="1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100" b="1" u="none" strike="noStrike" cap="none" dirty="0" err="1">
                          <a:solidFill>
                            <a:srgbClr val="000000"/>
                          </a:solidFill>
                        </a:rPr>
                        <a:t>Naming</a:t>
                      </a:r>
                      <a:r>
                        <a:rPr lang="fr-FR" sz="1100" b="1" u="none" strike="noStrike" cap="none" dirty="0">
                          <a:solidFill>
                            <a:srgbClr val="000000"/>
                          </a:solidFill>
                        </a:rPr>
                        <a:t> de la remise </a:t>
                      </a:r>
                      <a:endParaRPr sz="1100" b="1" u="none" strike="noStrike" cap="none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solidFill>
                            <a:srgbClr val="000000"/>
                          </a:solidFill>
                        </a:rPr>
                        <a:t>Cumul des codes promo</a:t>
                      </a:r>
                      <a:endParaRPr sz="1100" b="1" u="none" strike="noStrike" cap="none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Octobre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>
                          <a:highlight>
                            <a:schemeClr val="lt1"/>
                          </a:highlight>
                        </a:rPr>
                        <a:t>16</a:t>
                      </a:r>
                      <a:r>
                        <a:rPr lang="fr-FR" sz="1200" u="none" strike="noStrike" cap="none">
                          <a:highlight>
                            <a:schemeClr val="lt1"/>
                          </a:highlight>
                        </a:rPr>
                        <a:t>/10/2024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highlight>
                            <a:schemeClr val="lt1"/>
                          </a:highlight>
                        </a:rPr>
                        <a:t>OUI</a:t>
                      </a:r>
                      <a:endParaRPr sz="1200" u="none" strike="noStrike" cap="none" dirty="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33 620,00 € VS 25 140,00 € </a:t>
                      </a:r>
                      <a:r>
                        <a:rPr lang="fr-FR" sz="1200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(-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25</a:t>
                      </a:r>
                      <a:r>
                        <a:rPr lang="fr-FR" sz="1200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%)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Avantage client -8 480 €</a:t>
                      </a:r>
                      <a:endParaRPr sz="12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u="none" strike="noStrike" cap="none">
                          <a:highlight>
                            <a:schemeClr val="lt1"/>
                          </a:highlight>
                        </a:rPr>
                        <a:t>OUI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Novembre 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>
                          <a:highlight>
                            <a:schemeClr val="lt1"/>
                          </a:highlight>
                        </a:rPr>
                        <a:t>28</a:t>
                      </a:r>
                      <a:r>
                        <a:rPr lang="fr-FR" sz="1200" u="none" strike="noStrike" cap="none">
                          <a:highlight>
                            <a:schemeClr val="lt1"/>
                          </a:highlight>
                        </a:rPr>
                        <a:t>/11/2024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u="none" strike="noStrike" cap="none">
                          <a:highlight>
                            <a:schemeClr val="lt1"/>
                          </a:highlight>
                        </a:rPr>
                        <a:t>OUI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30 000,00 € VS 18 545,00 € </a:t>
                      </a:r>
                      <a:r>
                        <a:rPr lang="fr-FR" sz="1200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 (-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38</a:t>
                      </a:r>
                      <a:r>
                        <a:rPr lang="fr-FR" sz="1200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%)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Avantage client -12 600 €</a:t>
                      </a:r>
                      <a:endParaRPr sz="12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u="none" strike="noStrike" cap="none">
                          <a:highlight>
                            <a:schemeClr val="lt1"/>
                          </a:highlight>
                        </a:rPr>
                        <a:t>OUI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Decembre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>
                          <a:highlight>
                            <a:schemeClr val="lt1"/>
                          </a:highlight>
                        </a:rPr>
                        <a:t>06</a:t>
                      </a:r>
                      <a:r>
                        <a:rPr lang="fr-FR" sz="1200" u="none" strike="noStrike" cap="none">
                          <a:highlight>
                            <a:schemeClr val="lt1"/>
                          </a:highlight>
                        </a:rPr>
                        <a:t>/12/2024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u="none" strike="noStrike" cap="none">
                          <a:highlight>
                            <a:schemeClr val="lt1"/>
                          </a:highlight>
                        </a:rPr>
                        <a:t>OUI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26 400,00 € VS 18 709,00 € </a:t>
                      </a:r>
                      <a:r>
                        <a:rPr lang="fr-FR" sz="1200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(-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29</a:t>
                      </a:r>
                      <a:r>
                        <a:rPr lang="fr-FR" sz="1200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%)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Avantage client -9 768 €</a:t>
                      </a:r>
                      <a:endParaRPr sz="12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u="none" strike="noStrike" cap="none">
                          <a:highlight>
                            <a:schemeClr val="lt1"/>
                          </a:highlight>
                        </a:rPr>
                        <a:t>OUI</a:t>
                      </a:r>
                      <a:endParaRPr sz="1200" u="none" strike="noStrike" cap="none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91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Janvier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21</a:t>
                      </a:r>
                      <a:r>
                        <a:rPr lang="fr-FR" sz="1200" u="none" strike="noStrike" cap="none"/>
                        <a:t>/01/2025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u="none" strike="noStrike" cap="none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44 835,00 € VS 32 680,00 € </a:t>
                      </a:r>
                      <a:r>
                        <a:rPr lang="fr-FR" sz="1200" u="none" strike="noStrike" cap="none"/>
                        <a:t>(-</a:t>
                      </a:r>
                      <a:r>
                        <a:rPr lang="fr-FR" sz="1200"/>
                        <a:t>27</a:t>
                      </a:r>
                      <a:r>
                        <a:rPr lang="fr-FR" sz="1200" u="none" strike="noStrike" cap="none"/>
                        <a:t>%)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Avantage client -12 155 €</a:t>
                      </a:r>
                      <a:endParaRPr sz="12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u="none" strike="noStrike" cap="none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Fevrier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19/02/2025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30795 € VS 19745 € (-36%)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Avantage client-11 250 €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7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Mars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13/03/2025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35865 € VS 29708 € (-14%)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Avantage client-6 157 €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7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Avril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17/04/2025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38450 € VS 24197 € (-37%)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Avantage client-17 303 €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1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Mai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06/05/2025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rgbClr val="FF0000"/>
                          </a:solidFill>
                        </a:rPr>
                        <a:t>NON</a:t>
                      </a:r>
                      <a:endParaRPr sz="12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u="none" strike="noStrike" cap="none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7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Juin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03/06/2025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35335 € VS 25688 € (-27%)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Avantage client-9 647 €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dirty="0"/>
                        <a:t>OUI</a:t>
                      </a:r>
                      <a:endParaRPr sz="1200" u="none" strike="noStrike" cap="none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77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050" u="none" strike="noStrike" cap="none"/>
                        <a:t>Juillet</a:t>
                      </a:r>
                      <a:endParaRPr sz="105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17/07/2025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OUI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30995 € VS 22965 € (-26%)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/>
                        <a:t>Avantage client-8 030 €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200" dirty="0"/>
                        <a:t>OUI</a:t>
                      </a:r>
                      <a:endParaRPr sz="1200" u="none" strike="noStrike" cap="none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61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AB1862A-F75F-549A-7377-C5D465B4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g38931f1772d_0_125">
            <a:extLst>
              <a:ext uri="{FF2B5EF4-FFF2-40B4-BE49-F238E27FC236}">
                <a16:creationId xmlns:a16="http://schemas.microsoft.com/office/drawing/2014/main" id="{12C8CA98-E1DC-9F13-C18A-8AB82B874436}"/>
              </a:ext>
            </a:extLst>
          </p:cNvPr>
          <p:cNvCxnSpPr/>
          <p:nvPr/>
        </p:nvCxnSpPr>
        <p:spPr>
          <a:xfrm>
            <a:off x="819539" y="1019141"/>
            <a:ext cx="10719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1" name="Google Shape;101;g38931f1772d_0_125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7F2D6550-C7A6-5CEC-0C10-DD7239AB37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3483" y="6479879"/>
            <a:ext cx="850520" cy="21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8931f1772d_0_125">
            <a:extLst>
              <a:ext uri="{FF2B5EF4-FFF2-40B4-BE49-F238E27FC236}">
                <a16:creationId xmlns:a16="http://schemas.microsoft.com/office/drawing/2014/main" id="{7182AFDD-6A9D-72D9-A7D1-2DD14D0B6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31776"/>
            <a:ext cx="105156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EC0515"/>
              </a:buClr>
              <a:buSzPts val="3600"/>
            </a:pPr>
            <a:r>
              <a:rPr lang="fr-FR" sz="3600" dirty="0">
                <a:solidFill>
                  <a:srgbClr val="EC0515"/>
                </a:solidFill>
                <a:latin typeface="Abadi" panose="020B0604020104020204" pitchFamily="34" charset="0"/>
              </a:rPr>
              <a:t>B</a:t>
            </a:r>
            <a:r>
              <a:rPr lang="fr-FR" sz="3600" dirty="0">
                <a:latin typeface="Abadi" panose="020B0604020104020204" pitchFamily="34" charset="0"/>
              </a:rPr>
              <a:t>lind test Ligne – {</a:t>
            </a:r>
            <a:r>
              <a:rPr lang="fr-FR" sz="3600" dirty="0" err="1">
                <a:latin typeface="Abadi" panose="020B0604020104020204" pitchFamily="34" charset="0"/>
              </a:rPr>
              <a:t>PartnerName</a:t>
            </a:r>
            <a:r>
              <a:rPr lang="fr-FR" sz="3600" dirty="0">
                <a:latin typeface="Abadi" panose="020B0604020104020204" pitchFamily="34" charset="0"/>
              </a:rPr>
              <a:t> } x {</a:t>
            </a:r>
            <a:r>
              <a:rPr lang="fr-FR" sz="3600" dirty="0" err="1">
                <a:latin typeface="Abadi" panose="020B0604020104020204" pitchFamily="34" charset="0"/>
              </a:rPr>
              <a:t>ProgramName</a:t>
            </a:r>
            <a:r>
              <a:rPr lang="fr-FR" sz="3600" dirty="0">
                <a:latin typeface="Abadi" panose="020B0604020104020204" pitchFamily="34" charset="0"/>
              </a:rPr>
              <a:t>}</a:t>
            </a:r>
            <a:endParaRPr dirty="0"/>
          </a:p>
        </p:txBody>
      </p:sp>
      <p:pic>
        <p:nvPicPr>
          <p:cNvPr id="2" name="Image 1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78A41019-8DCE-ECF0-887B-9469B579A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993" y="6453570"/>
            <a:ext cx="850520" cy="291111"/>
          </a:xfrm>
          <a:prstGeom prst="rect">
            <a:avLst/>
          </a:prstGeom>
        </p:spPr>
      </p:pic>
      <p:graphicFrame>
        <p:nvGraphicFramePr>
          <p:cNvPr id="4" name="Google Shape;201;p22">
            <a:extLst>
              <a:ext uri="{FF2B5EF4-FFF2-40B4-BE49-F238E27FC236}">
                <a16:creationId xmlns:a16="http://schemas.microsoft.com/office/drawing/2014/main" id="{9826EAE4-9E65-0887-73DA-16DBD1CCF956}"/>
              </a:ext>
            </a:extLst>
          </p:cNvPr>
          <p:cNvGraphicFramePr/>
          <p:nvPr/>
        </p:nvGraphicFramePr>
        <p:xfrm>
          <a:off x="298764" y="1176953"/>
          <a:ext cx="11420877" cy="52110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2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8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73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67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67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67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6060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Mois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Date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N° de tél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Messagerie Vocale dédiée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Délais d’attente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Nom du conseiller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Décroche dédiée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Evaluation de</a:t>
                      </a:r>
                      <a:endParaRPr sz="1400" b="1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 l’accueil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fr-FR" sz="1400" b="1" u="none" strike="noStrike" cap="none" dirty="0"/>
                        <a:t>Application de l’offre</a:t>
                      </a:r>
                      <a:endParaRPr sz="14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Octobre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25/10/2024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/>
                        <a:t>0147767490</a:t>
                      </a:r>
                      <a:endParaRPr sz="14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fr-FR" sz="14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:55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NC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 dirty="0">
                          <a:solidFill>
                            <a:schemeClr val="dk1"/>
                          </a:solidFill>
                        </a:rPr>
                        <a:t>Excellent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 dirty="0">
                          <a:solidFill>
                            <a:schemeClr val="dk1"/>
                          </a:solidFill>
                        </a:rPr>
                        <a:t>OUI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Novembre 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/>
                        <a:t>28</a:t>
                      </a:r>
                      <a:r>
                        <a:rPr lang="fr-FR" sz="1400" u="none" strike="noStrike" cap="none"/>
                        <a:t>/11/2024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chemeClr val="dk1"/>
                          </a:solidFill>
                        </a:rPr>
                        <a:t>0147767490</a:t>
                      </a:r>
                      <a:endParaRPr sz="14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00:48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NC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Excellent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OUI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Decembre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23/12/2024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chemeClr val="dk1"/>
                          </a:solidFill>
                        </a:rPr>
                        <a:t>0147767490</a:t>
                      </a:r>
                      <a:endParaRPr sz="14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01:10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NC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Excellent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OUI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Janvier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09/01/2025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chemeClr val="dk1"/>
                          </a:solidFill>
                        </a:rPr>
                        <a:t>0147767490</a:t>
                      </a:r>
                      <a:endParaRPr sz="14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00:47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NC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</a:rPr>
                        <a:t>Excellent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OUI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Fevrier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Mars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3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Avril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Mai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Juin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/>
                        <a:t>12/06/2025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chemeClr val="dk1"/>
                          </a:solidFill>
                        </a:rPr>
                        <a:t>0147767490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/>
                        <a:t>01:23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/>
                        <a:t>NC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rgbClr val="EC0515"/>
                          </a:solidFill>
                        </a:rPr>
                        <a:t>NON</a:t>
                      </a:r>
                      <a:endParaRPr sz="1400" u="none" strike="noStrike" cap="none">
                        <a:solidFill>
                          <a:srgbClr val="EC0515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400">
                          <a:solidFill>
                            <a:schemeClr val="dk1"/>
                          </a:solidFill>
                        </a:rPr>
                        <a:t>Excellent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/>
                        <a:t>OUI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/>
                        <a:t>juillet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94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4483B7D-7F28-49B9-A744-525654E17139}"/>
              </a:ext>
            </a:extLst>
          </p:cNvPr>
          <p:cNvCxnSpPr/>
          <p:nvPr/>
        </p:nvCxnSpPr>
        <p:spPr>
          <a:xfrm>
            <a:off x="3023679" y="885213"/>
            <a:ext cx="678335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52FD2FFA-0B90-47BC-BAB6-4A7FEF6A1878}"/>
              </a:ext>
            </a:extLst>
          </p:cNvPr>
          <p:cNvSpPr txBox="1"/>
          <p:nvPr/>
        </p:nvSpPr>
        <p:spPr>
          <a:xfrm>
            <a:off x="657712" y="1538652"/>
            <a:ext cx="1102510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b="1" dirty="0"/>
              <a:t>{Agent qui résume les faits inscrits lors des incidents dans la case dédiée </a:t>
            </a:r>
            <a:r>
              <a:rPr lang="fr-FR" b="1"/>
              <a:t>aux commentaires}</a:t>
            </a:r>
            <a:endParaRPr lang="fr-FR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30F31DB-D50D-9764-F615-B18D1943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775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rgbClr val="EC0515"/>
                </a:solidFill>
                <a:latin typeface="Abadi" panose="020B0604020104020204" pitchFamily="34" charset="0"/>
              </a:rPr>
              <a:t>R</a:t>
            </a:r>
            <a:r>
              <a:rPr lang="fr-FR" sz="3600">
                <a:latin typeface="Abadi" panose="020B0604020104020204" pitchFamily="34" charset="0"/>
              </a:rPr>
              <a:t>apport SAV</a:t>
            </a:r>
          </a:p>
        </p:txBody>
      </p:sp>
      <p:pic>
        <p:nvPicPr>
          <p:cNvPr id="2" name="Image 1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D86962D9-983E-924E-4D32-A93AF0086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147" y="6387195"/>
            <a:ext cx="850520" cy="211357"/>
          </a:xfrm>
          <a:prstGeom prst="rect">
            <a:avLst/>
          </a:prstGeom>
        </p:spPr>
      </p:pic>
      <p:pic>
        <p:nvPicPr>
          <p:cNvPr id="4" name="Image 3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2B6D56D9-BD81-7D71-DE07-B5F9A128B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298" y="6361310"/>
            <a:ext cx="850520" cy="29111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F05E7D3-E53A-0603-5C8E-381EC99CEDED}"/>
              </a:ext>
            </a:extLst>
          </p:cNvPr>
          <p:cNvSpPr txBox="1"/>
          <p:nvPr/>
        </p:nvSpPr>
        <p:spPr>
          <a:xfrm>
            <a:off x="460145" y="6390811"/>
            <a:ext cx="1111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latin typeface="Abadi Extra Light" panose="020B0204020104020204" pitchFamily="34" charset="0"/>
              </a:rPr>
              <a:t>Octobre 2025</a:t>
            </a:r>
          </a:p>
        </p:txBody>
      </p:sp>
    </p:spTree>
    <p:extLst>
      <p:ext uri="{BB962C8B-B14F-4D97-AF65-F5344CB8AC3E}">
        <p14:creationId xmlns:p14="http://schemas.microsoft.com/office/powerpoint/2010/main" val="10530496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F7D9ECFA68F34FAAADC96CAB0DA99A" ma:contentTypeVersion="18" ma:contentTypeDescription="Crée un document." ma:contentTypeScope="" ma:versionID="d4adb7f65f25ec5ad3f74e5839eee87b">
  <xsd:schema xmlns:xsd="http://www.w3.org/2001/XMLSchema" xmlns:xs="http://www.w3.org/2001/XMLSchema" xmlns:p="http://schemas.microsoft.com/office/2006/metadata/properties" xmlns:ns2="d30b6766-ba68-4a5d-b6a7-564f62b2fc1a" xmlns:ns3="da3abc95-e761-49b6-a64c-d27e11596558" targetNamespace="http://schemas.microsoft.com/office/2006/metadata/properties" ma:root="true" ma:fieldsID="9fc22e508b3f5b9fdf9c63d4e3be04bc" ns2:_="" ns3:_="">
    <xsd:import namespace="d30b6766-ba68-4a5d-b6a7-564f62b2fc1a"/>
    <xsd:import namespace="da3abc95-e761-49b6-a64c-d27e1159655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EtatderelecturePaul" minOccurs="0"/>
                <xsd:element ref="ns3:Prochaines_x00e9_tap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0b6766-ba68-4a5d-b6a7-564f62b2fc1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fc4d343-7743-4a47-95c3-abb5250d0a7f}" ma:internalName="TaxCatchAll" ma:showField="CatchAllData" ma:web="d30b6766-ba68-4a5d-b6a7-564f62b2fc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3abc95-e761-49b6-a64c-d27e115965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6a589ca3-7213-442c-978d-5cc1b87ed3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EtatderelecturePaul" ma:index="23" nillable="true" ma:displayName="Etat de relecture Paul" ma:default="A faire" ma:format="Dropdown" ma:internalName="EtatderelecturePaul">
      <xsd:simpleType>
        <xsd:restriction base="dms:Choice">
          <xsd:enumeration value="A faire"/>
          <xsd:enumeration value="En cours"/>
          <xsd:enumeration value="Terminé"/>
        </xsd:restriction>
      </xsd:simpleType>
    </xsd:element>
    <xsd:element name="Prochaines_x00e9_tapes" ma:index="24" nillable="true" ma:displayName="Prochaines étapes" ma:format="Dropdown" ma:internalName="Prochaines_x00e9_tape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tatderelecturePaul xmlns="da3abc95-e761-49b6-a64c-d27e11596558">A faire</EtatderelecturePaul>
    <TaxCatchAll xmlns="d30b6766-ba68-4a5d-b6a7-564f62b2fc1a" xsi:nil="true"/>
    <lcf76f155ced4ddcb4097134ff3c332f xmlns="da3abc95-e761-49b6-a64c-d27e11596558">
      <Terms xmlns="http://schemas.microsoft.com/office/infopath/2007/PartnerControls"/>
    </lcf76f155ced4ddcb4097134ff3c332f>
    <Prochaines_x00e9_tapes xmlns="da3abc95-e761-49b6-a64c-d27e11596558" xsi:nil="true"/>
  </documentManagement>
</p:properties>
</file>

<file path=customXml/itemProps1.xml><?xml version="1.0" encoding="utf-8"?>
<ds:datastoreItem xmlns:ds="http://schemas.openxmlformats.org/officeDocument/2006/customXml" ds:itemID="{CF567E7F-34E9-4C5F-8C96-33E0CCA9DA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F9180B-B3BF-49FE-BD5C-6448EFAC4E63}">
  <ds:schemaRefs>
    <ds:schemaRef ds:uri="d30b6766-ba68-4a5d-b6a7-564f62b2fc1a"/>
    <ds:schemaRef ds:uri="da3abc95-e761-49b6-a64c-d27e115965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1F83B8-DDF7-44D5-80A3-2CC809EE4D4F}">
  <ds:schemaRefs>
    <ds:schemaRef ds:uri="d30b6766-ba68-4a5d-b6a7-564f62b2fc1a"/>
    <ds:schemaRef ds:uri="da3abc95-e761-49b6-a64c-d27e115965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396</Words>
  <Application>Microsoft Office PowerPoint</Application>
  <PresentationFormat>Grand écran</PresentationFormat>
  <Paragraphs>151</Paragraphs>
  <Slides>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2" baseType="lpstr">
      <vt:lpstr>Abadi</vt:lpstr>
      <vt:lpstr>Abadi Extra Light</vt:lpstr>
      <vt:lpstr>Aptos</vt:lpstr>
      <vt:lpstr>Aptos Display</vt:lpstr>
      <vt:lpstr>Arial</vt:lpstr>
      <vt:lpstr>Calibri</vt:lpstr>
      <vt:lpstr>Thème Office</vt:lpstr>
      <vt:lpstr>Blind tests 2025 / SAV Sites dédiés  &amp; lignes téléphoniques</vt:lpstr>
      <vt:lpstr>Blind test – {PartnerName } x {ProgramName}</vt:lpstr>
      <vt:lpstr>Blind test Sites – {PartnerName } x {ProgramName}</vt:lpstr>
      <vt:lpstr>Blind test Ligne – {PartnerName } x {ProgramName}</vt:lpstr>
      <vt:lpstr>Rapport SAV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Mélie BOISSÉ</dc:creator>
  <cp:lastModifiedBy>Mehdi KOOB</cp:lastModifiedBy>
  <cp:revision>1</cp:revision>
  <dcterms:created xsi:type="dcterms:W3CDTF">2024-09-04T08:17:20Z</dcterms:created>
  <dcterms:modified xsi:type="dcterms:W3CDTF">2025-10-28T11:49:26Z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0x010100F1F7D9ECFA68F34FAAADC96CAB0DA99A</vt:lpwstr>
  </property>
  <property fmtid="{D5CDD505-2E9C-101B-9397-08002B2CF9AE}" pid="3" name="MediaServiceImageTags">
    <vt:lpwstr/>
  </property>
</Properties>
</file>